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slideLayouts/slideLayout25.xml" ContentType="application/vnd.openxmlformats-officedocument.presentationml.slideLayout+xml"/>
  <Override PartName="/ppt/theme/theme25.xml" ContentType="application/vnd.openxmlformats-officedocument.theme+xml"/>
  <Override PartName="/ppt/slideLayouts/slideLayout26.xml" ContentType="application/vnd.openxmlformats-officedocument.presentationml.slideLayout+xml"/>
  <Override PartName="/ppt/theme/theme26.xml" ContentType="application/vnd.openxmlformats-officedocument.theme+xml"/>
  <Override PartName="/ppt/slideLayouts/slideLayout27.xml" ContentType="application/vnd.openxmlformats-officedocument.presentationml.slideLayout+xml"/>
  <Override PartName="/ppt/theme/theme27.xml" ContentType="application/vnd.openxmlformats-officedocument.theme+xml"/>
  <Override PartName="/ppt/slideLayouts/slideLayout28.xml" ContentType="application/vnd.openxmlformats-officedocument.presentationml.slideLayout+xml"/>
  <Override PartName="/ppt/theme/theme28.xml" ContentType="application/vnd.openxmlformats-officedocument.theme+xml"/>
  <Override PartName="/ppt/slideLayouts/slideLayout29.xml" ContentType="application/vnd.openxmlformats-officedocument.presentationml.slideLayout+xml"/>
  <Override PartName="/ppt/theme/theme29.xml" ContentType="application/vnd.openxmlformats-officedocument.theme+xml"/>
  <Override PartName="/ppt/slideLayouts/slideLayout30.xml" ContentType="application/vnd.openxmlformats-officedocument.presentationml.slideLayout+xml"/>
  <Override PartName="/ppt/theme/theme30.xml" ContentType="application/vnd.openxmlformats-officedocument.theme+xml"/>
  <Override PartName="/ppt/slideLayouts/slideLayout31.xml" ContentType="application/vnd.openxmlformats-officedocument.presentationml.slideLayout+xml"/>
  <Override PartName="/ppt/theme/theme31.xml" ContentType="application/vnd.openxmlformats-officedocument.theme+xml"/>
  <Override PartName="/ppt/slideLayouts/slideLayout32.xml" ContentType="application/vnd.openxmlformats-officedocument.presentationml.slideLayout+xml"/>
  <Override PartName="/ppt/theme/theme3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2" r:id="rId22"/>
    <p:sldMasterId id="2147483694" r:id="rId23"/>
    <p:sldMasterId id="2147483696" r:id="rId24"/>
    <p:sldMasterId id="2147483698" r:id="rId25"/>
    <p:sldMasterId id="2147483700" r:id="rId26"/>
    <p:sldMasterId id="2147483702" r:id="rId27"/>
    <p:sldMasterId id="2147483704" r:id="rId28"/>
    <p:sldMasterId id="2147483706" r:id="rId29"/>
    <p:sldMasterId id="2147483708" r:id="rId30"/>
    <p:sldMasterId id="2147483710" r:id="rId31"/>
    <p:sldMasterId id="2147483712" r:id="rId32"/>
  </p:sldMasterIdLst>
  <p:sldIdLst>
    <p:sldId id="256" r:id="rId33"/>
    <p:sldId id="257" r:id="rId34"/>
    <p:sldId id="258" r:id="rId35"/>
    <p:sldId id="259" r:id="rId36"/>
    <p:sldId id="260" r:id="rId37"/>
    <p:sldId id="261" r:id="rId38"/>
    <p:sldId id="262" r:id="rId39"/>
    <p:sldId id="263" r:id="rId40"/>
    <p:sldId id="264" r:id="rId41"/>
    <p:sldId id="265" r:id="rId42"/>
    <p:sldId id="266" r:id="rId43"/>
    <p:sldId id="267" r:id="rId44"/>
    <p:sldId id="268" r:id="rId45"/>
    <p:sldId id="269" r:id="rId46"/>
    <p:sldId id="270" r:id="rId47"/>
    <p:sldId id="271" r:id="rId48"/>
    <p:sldId id="272" r:id="rId49"/>
    <p:sldId id="273" r:id="rId50"/>
    <p:sldId id="274" r:id="rId51"/>
    <p:sldId id="275" r:id="rId52"/>
    <p:sldId id="276" r:id="rId53"/>
    <p:sldId id="277" r:id="rId54"/>
    <p:sldId id="280" r:id="rId55"/>
    <p:sldId id="278" r:id="rId56"/>
    <p:sldId id="281" r:id="rId57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23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7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2.xml"/><Relationship Id="rId42" Type="http://schemas.openxmlformats.org/officeDocument/2006/relationships/slide" Target="slides/slide10.xml"/><Relationship Id="rId47" Type="http://schemas.openxmlformats.org/officeDocument/2006/relationships/slide" Target="slides/slide15.xml"/><Relationship Id="rId50" Type="http://schemas.openxmlformats.org/officeDocument/2006/relationships/slide" Target="slides/slide18.xml"/><Relationship Id="rId55" Type="http://schemas.openxmlformats.org/officeDocument/2006/relationships/slide" Target="slides/slide23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" Target="slides/slide5.xml"/><Relationship Id="rId40" Type="http://schemas.openxmlformats.org/officeDocument/2006/relationships/slide" Target="slides/slide8.xml"/><Relationship Id="rId45" Type="http://schemas.openxmlformats.org/officeDocument/2006/relationships/slide" Target="slides/slide13.xml"/><Relationship Id="rId53" Type="http://schemas.openxmlformats.org/officeDocument/2006/relationships/slide" Target="slides/slide21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tableStyles" Target="tableStyles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3.xml"/><Relationship Id="rId43" Type="http://schemas.openxmlformats.org/officeDocument/2006/relationships/slide" Target="slides/slide11.xml"/><Relationship Id="rId48" Type="http://schemas.openxmlformats.org/officeDocument/2006/relationships/slide" Target="slides/slide16.xml"/><Relationship Id="rId56" Type="http://schemas.openxmlformats.org/officeDocument/2006/relationships/slide" Target="slides/slide24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1.xml"/><Relationship Id="rId38" Type="http://schemas.openxmlformats.org/officeDocument/2006/relationships/slide" Target="slides/slide6.xml"/><Relationship Id="rId46" Type="http://schemas.openxmlformats.org/officeDocument/2006/relationships/slide" Target="slides/slide14.xml"/><Relationship Id="rId59" Type="http://schemas.openxmlformats.org/officeDocument/2006/relationships/viewProps" Target="viewProps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9.xml"/><Relationship Id="rId54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4.xml"/><Relationship Id="rId49" Type="http://schemas.openxmlformats.org/officeDocument/2006/relationships/slide" Target="slides/slide17.xml"/><Relationship Id="rId57" Type="http://schemas.openxmlformats.org/officeDocument/2006/relationships/slide" Target="slides/slide25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12.xml"/><Relationship Id="rId52" Type="http://schemas.openxmlformats.org/officeDocument/2006/relationships/slide" Target="slides/slide20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677520"/>
            <a:ext cx="509436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713160" y="677520"/>
            <a:ext cx="509436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713160" y="677520"/>
            <a:ext cx="509436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713160" y="677520"/>
            <a:ext cx="509436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155960"/>
            <a:ext cx="4160520" cy="2385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13160" y="1774080"/>
            <a:ext cx="4675680" cy="109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dk1"/>
                </a:solidFill>
                <a:latin typeface="Outfit"/>
                <a:ea typeface="Outfit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69;p13"/>
          <p:cNvGrpSpPr/>
          <p:nvPr/>
        </p:nvGrpSpPr>
        <p:grpSpPr>
          <a:xfrm>
            <a:off x="-417600" y="-428760"/>
            <a:ext cx="9978840" cy="6000480"/>
            <a:chOff x="-417600" y="-428760"/>
            <a:chExt cx="9978840" cy="6000480"/>
          </a:xfrm>
        </p:grpSpPr>
        <p:sp>
          <p:nvSpPr>
            <p:cNvPr id="6" name="Google Shape;70;p13"/>
            <p:cNvSpPr/>
            <p:nvPr/>
          </p:nvSpPr>
          <p:spPr>
            <a:xfrm>
              <a:off x="420840" y="-428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" name="Google Shape;71;p13"/>
            <p:cNvSpPr/>
            <p:nvPr/>
          </p:nvSpPr>
          <p:spPr>
            <a:xfrm>
              <a:off x="7884360" y="-428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" name="Google Shape;72;p13"/>
            <p:cNvSpPr/>
            <p:nvPr/>
          </p:nvSpPr>
          <p:spPr>
            <a:xfrm>
              <a:off x="8430840" y="554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" name="Google Shape;73;p13"/>
            <p:cNvSpPr/>
            <p:nvPr/>
          </p:nvSpPr>
          <p:spPr>
            <a:xfrm>
              <a:off x="8430840" y="7462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" name="Google Shape;74;p13"/>
            <p:cNvSpPr/>
            <p:nvPr/>
          </p:nvSpPr>
          <p:spPr>
            <a:xfrm>
              <a:off x="-125640" y="554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" name="Google Shape;75;p13"/>
            <p:cNvSpPr/>
            <p:nvPr/>
          </p:nvSpPr>
          <p:spPr>
            <a:xfrm>
              <a:off x="-125640" y="7462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" name="Google Shape;76;p13"/>
            <p:cNvSpPr/>
            <p:nvPr/>
          </p:nvSpPr>
          <p:spPr>
            <a:xfrm>
              <a:off x="-417600" y="4604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" name="Google Shape;77;p13"/>
            <p:cNvSpPr/>
            <p:nvPr/>
          </p:nvSpPr>
          <p:spPr>
            <a:xfrm>
              <a:off x="8722800" y="4604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1505520" y="12070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dk1"/>
                </a:solidFill>
                <a:latin typeface="Outfit"/>
                <a:ea typeface="Outfit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title"/>
          </p:nvPr>
        </p:nvSpPr>
        <p:spPr>
          <a:xfrm>
            <a:off x="1505520" y="293940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dk1"/>
                </a:solidFill>
                <a:latin typeface="Outfit"/>
                <a:ea typeface="Outfit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title"/>
          </p:nvPr>
        </p:nvSpPr>
        <p:spPr>
          <a:xfrm>
            <a:off x="4204800" y="12070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dk1"/>
                </a:solidFill>
                <a:latin typeface="Outfit"/>
                <a:ea typeface="Outfit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title"/>
          </p:nvPr>
        </p:nvSpPr>
        <p:spPr>
          <a:xfrm>
            <a:off x="4204800" y="293940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dk1"/>
                </a:solidFill>
                <a:latin typeface="Outfit"/>
                <a:ea typeface="Outfit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title"/>
          </p:nvPr>
        </p:nvSpPr>
        <p:spPr>
          <a:xfrm>
            <a:off x="6904080" y="12070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dk1"/>
                </a:solidFill>
                <a:latin typeface="Outfit"/>
                <a:ea typeface="Outfit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" name="PlaceHolder 7"/>
          <p:cNvSpPr>
            <a:spLocks noGrp="1"/>
          </p:cNvSpPr>
          <p:nvPr>
            <p:ph type="title"/>
          </p:nvPr>
        </p:nvSpPr>
        <p:spPr>
          <a:xfrm>
            <a:off x="6904080" y="293940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dk1"/>
                </a:solidFill>
                <a:latin typeface="Outfit"/>
                <a:ea typeface="Outfit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98;p14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22" name="Google Shape;99;p14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" name="Google Shape;100;p14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" name="Google Shape;101;p14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" name="Google Shape;102;p14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" name="Google Shape;103;p14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" name="Google Shape;104;p14"/>
            <p:cNvSpPr/>
            <p:nvPr/>
          </p:nvSpPr>
          <p:spPr>
            <a:xfrm rot="10800000" flipH="1">
              <a:off x="29304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" name="Google Shape;105;p14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" name="Google Shape;106;p14"/>
            <p:cNvSpPr/>
            <p:nvPr/>
          </p:nvSpPr>
          <p:spPr>
            <a:xfrm rot="10800000">
              <a:off x="8012160" y="-4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226520" y="3229560"/>
            <a:ext cx="6690960" cy="5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110;p15"/>
          <p:cNvGrpSpPr/>
          <p:nvPr/>
        </p:nvGrpSpPr>
        <p:grpSpPr>
          <a:xfrm>
            <a:off x="-534960" y="-37440"/>
            <a:ext cx="10207440" cy="5621040"/>
            <a:chOff x="-534960" y="-37440"/>
            <a:chExt cx="10207440" cy="5621040"/>
          </a:xfrm>
        </p:grpSpPr>
        <p:sp>
          <p:nvSpPr>
            <p:cNvPr id="32" name="Google Shape;111;p15"/>
            <p:cNvSpPr/>
            <p:nvPr/>
          </p:nvSpPr>
          <p:spPr>
            <a:xfrm>
              <a:off x="-1256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" name="Google Shape;112;p15"/>
            <p:cNvSpPr/>
            <p:nvPr/>
          </p:nvSpPr>
          <p:spPr>
            <a:xfrm>
              <a:off x="-53496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4" name="Google Shape;113;p15"/>
            <p:cNvSpPr/>
            <p:nvPr/>
          </p:nvSpPr>
          <p:spPr>
            <a:xfrm rot="10800000">
              <a:off x="8834040" y="-374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" name="Google Shape;114;p15"/>
            <p:cNvSpPr/>
            <p:nvPr/>
          </p:nvSpPr>
          <p:spPr>
            <a:xfrm rot="10800000">
              <a:off x="8431200" y="4194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" name="Google Shape;115;p15"/>
            <p:cNvSpPr/>
            <p:nvPr/>
          </p:nvSpPr>
          <p:spPr>
            <a:xfrm flipH="1">
              <a:off x="842328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" name="Google Shape;116;p15"/>
            <p:cNvSpPr/>
            <p:nvPr/>
          </p:nvSpPr>
          <p:spPr>
            <a:xfrm flipH="1">
              <a:off x="883296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" name="Google Shape;117;p15"/>
            <p:cNvSpPr/>
            <p:nvPr/>
          </p:nvSpPr>
          <p:spPr>
            <a:xfrm rot="10800000" flipH="1">
              <a:off x="-528840" y="-3744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" name="Google Shape;118;p15"/>
            <p:cNvSpPr/>
            <p:nvPr/>
          </p:nvSpPr>
          <p:spPr>
            <a:xfrm rot="10800000" flipH="1">
              <a:off x="-126000" y="419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121;p16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42" name="Google Shape;122;p16"/>
            <p:cNvSpPr/>
            <p:nvPr/>
          </p:nvSpPr>
          <p:spPr>
            <a:xfrm>
              <a:off x="-1256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" name="Google Shape;123;p16"/>
            <p:cNvSpPr/>
            <p:nvPr/>
          </p:nvSpPr>
          <p:spPr>
            <a:xfrm>
              <a:off x="-12564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4" name="Google Shape;124;p16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" name="Google Shape;125;p16"/>
            <p:cNvSpPr/>
            <p:nvPr/>
          </p:nvSpPr>
          <p:spPr>
            <a:xfrm rot="10800000" flipH="1">
              <a:off x="34668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6" name="Google Shape;126;p16"/>
            <p:cNvSpPr/>
            <p:nvPr/>
          </p:nvSpPr>
          <p:spPr>
            <a:xfrm rot="10800000">
              <a:off x="7958520" y="-428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" name="Google Shape;127;p16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" name="Google Shape;128;p16"/>
            <p:cNvSpPr/>
            <p:nvPr/>
          </p:nvSpPr>
          <p:spPr>
            <a:xfrm>
              <a:off x="84308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" name="Google Shape;129;p16"/>
            <p:cNvSpPr/>
            <p:nvPr/>
          </p:nvSpPr>
          <p:spPr>
            <a:xfrm>
              <a:off x="843084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132;p17"/>
          <p:cNvGrpSpPr/>
          <p:nvPr/>
        </p:nvGrpSpPr>
        <p:grpSpPr>
          <a:xfrm>
            <a:off x="-549000" y="-585000"/>
            <a:ext cx="10241640" cy="6168600"/>
            <a:chOff x="-549000" y="-585000"/>
            <a:chExt cx="10241640" cy="6168600"/>
          </a:xfrm>
        </p:grpSpPr>
        <p:sp>
          <p:nvSpPr>
            <p:cNvPr id="52" name="Google Shape;133;p17"/>
            <p:cNvSpPr/>
            <p:nvPr/>
          </p:nvSpPr>
          <p:spPr>
            <a:xfrm>
              <a:off x="29376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" name="Google Shape;134;p17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" name="Google Shape;135;p17"/>
            <p:cNvSpPr/>
            <p:nvPr/>
          </p:nvSpPr>
          <p:spPr>
            <a:xfrm rot="10800000" flipH="1">
              <a:off x="-129600" y="4500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" name="Google Shape;136;p17"/>
            <p:cNvSpPr/>
            <p:nvPr/>
          </p:nvSpPr>
          <p:spPr>
            <a:xfrm rot="10800000" flipH="1">
              <a:off x="-549360" y="4536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6" name="Google Shape;137;p17"/>
            <p:cNvSpPr/>
            <p:nvPr/>
          </p:nvSpPr>
          <p:spPr>
            <a:xfrm>
              <a:off x="185040" y="-585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" name="Google Shape;138;p17"/>
            <p:cNvSpPr/>
            <p:nvPr/>
          </p:nvSpPr>
          <p:spPr>
            <a:xfrm rot="10800000">
              <a:off x="8434800" y="450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" name="Google Shape;139;p17"/>
            <p:cNvSpPr/>
            <p:nvPr/>
          </p:nvSpPr>
          <p:spPr>
            <a:xfrm rot="10800000">
              <a:off x="8854200" y="45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" name="Google Shape;140;p17"/>
            <p:cNvSpPr/>
            <p:nvPr/>
          </p:nvSpPr>
          <p:spPr>
            <a:xfrm flipH="1">
              <a:off x="8119440" y="-5850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62" name="Google Shape;144;p18"/>
          <p:cNvGrpSpPr/>
          <p:nvPr/>
        </p:nvGrpSpPr>
        <p:grpSpPr>
          <a:xfrm>
            <a:off x="-476640" y="2900520"/>
            <a:ext cx="10096920" cy="2864880"/>
            <a:chOff x="-476640" y="2900520"/>
            <a:chExt cx="10096920" cy="2864880"/>
          </a:xfrm>
        </p:grpSpPr>
        <p:grpSp>
          <p:nvGrpSpPr>
            <p:cNvPr id="63" name="Google Shape;145;p18"/>
            <p:cNvGrpSpPr/>
            <p:nvPr/>
          </p:nvGrpSpPr>
          <p:grpSpPr>
            <a:xfrm>
              <a:off x="-476640" y="2900520"/>
              <a:ext cx="10096920" cy="2864880"/>
              <a:chOff x="-476640" y="2900520"/>
              <a:chExt cx="10096920" cy="2864880"/>
            </a:xfrm>
          </p:grpSpPr>
          <p:sp>
            <p:nvSpPr>
              <p:cNvPr id="64" name="Google Shape;146;p18"/>
              <p:cNvSpPr/>
              <p:nvPr/>
            </p:nvSpPr>
            <p:spPr>
              <a:xfrm rot="10800000" flipH="1">
                <a:off x="-267120" y="290052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" name="Google Shape;147;p18"/>
              <p:cNvSpPr/>
              <p:nvPr/>
            </p:nvSpPr>
            <p:spPr>
              <a:xfrm>
                <a:off x="-90720" y="44251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" name="Google Shape;148;p18"/>
              <p:cNvSpPr/>
              <p:nvPr/>
            </p:nvSpPr>
            <p:spPr>
              <a:xfrm>
                <a:off x="-476640" y="352296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" name="Google Shape;149;p18"/>
              <p:cNvSpPr/>
              <p:nvPr/>
            </p:nvSpPr>
            <p:spPr>
              <a:xfrm rot="10800000">
                <a:off x="8572320" y="29005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8" name="Google Shape;150;p18"/>
              <p:cNvSpPr/>
              <p:nvPr/>
            </p:nvSpPr>
            <p:spPr>
              <a:xfrm flipH="1">
                <a:off x="8395200" y="442512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9" name="Google Shape;151;p18"/>
              <p:cNvSpPr/>
              <p:nvPr/>
            </p:nvSpPr>
            <p:spPr>
              <a:xfrm flipH="1">
                <a:off x="8781480" y="352296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0" name="Google Shape;152;p18"/>
              <p:cNvSpPr/>
              <p:nvPr/>
            </p:nvSpPr>
            <p:spPr>
              <a:xfrm rot="10800000">
                <a:off x="8010360" y="47977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71" name="Google Shape;153;p18"/>
            <p:cNvSpPr/>
            <p:nvPr/>
          </p:nvSpPr>
          <p:spPr>
            <a:xfrm rot="10800000" flipH="1">
              <a:off x="293400" y="47977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155;p19"/>
          <p:cNvGrpSpPr/>
          <p:nvPr/>
        </p:nvGrpSpPr>
        <p:grpSpPr>
          <a:xfrm>
            <a:off x="-145080" y="-504000"/>
            <a:ext cx="9434160" cy="6151320"/>
            <a:chOff x="-145080" y="-504000"/>
            <a:chExt cx="9434160" cy="6151320"/>
          </a:xfrm>
        </p:grpSpPr>
        <p:sp>
          <p:nvSpPr>
            <p:cNvPr id="73" name="Google Shape;156;p19"/>
            <p:cNvSpPr/>
            <p:nvPr/>
          </p:nvSpPr>
          <p:spPr>
            <a:xfrm rot="10800000" flipH="1">
              <a:off x="534240" y="4679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4" name="Google Shape;157;p19"/>
            <p:cNvSpPr/>
            <p:nvPr/>
          </p:nvSpPr>
          <p:spPr>
            <a:xfrm>
              <a:off x="-145080" y="3924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5" name="Google Shape;158;p19"/>
            <p:cNvSpPr/>
            <p:nvPr/>
          </p:nvSpPr>
          <p:spPr>
            <a:xfrm>
              <a:off x="-145080" y="44197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6" name="Google Shape;159;p19"/>
            <p:cNvSpPr/>
            <p:nvPr/>
          </p:nvSpPr>
          <p:spPr>
            <a:xfrm flipH="1">
              <a:off x="8430120" y="46443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7" name="Google Shape;160;p19"/>
            <p:cNvSpPr/>
            <p:nvPr/>
          </p:nvSpPr>
          <p:spPr>
            <a:xfrm rot="10800000" flipH="1">
              <a:off x="-126000" y="-428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8" name="Google Shape;161;p19"/>
            <p:cNvSpPr/>
            <p:nvPr/>
          </p:nvSpPr>
          <p:spPr>
            <a:xfrm flipH="1">
              <a:off x="7769880" y="-5040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9" name="Google Shape;162;p19"/>
            <p:cNvSpPr/>
            <p:nvPr/>
          </p:nvSpPr>
          <p:spPr>
            <a:xfrm rot="10800000">
              <a:off x="8450640" y="251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0" name="Google Shape;163;p19"/>
            <p:cNvSpPr/>
            <p:nvPr/>
          </p:nvSpPr>
          <p:spPr>
            <a:xfrm rot="10800000">
              <a:off x="8450640" y="-244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20000" y="1270440"/>
            <a:ext cx="3777120" cy="1709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5122080" y="1060200"/>
            <a:ext cx="3108960" cy="310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00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168;p20"/>
          <p:cNvGrpSpPr/>
          <p:nvPr/>
        </p:nvGrpSpPr>
        <p:grpSpPr>
          <a:xfrm>
            <a:off x="-247320" y="-445680"/>
            <a:ext cx="9637920" cy="6029280"/>
            <a:chOff x="-247320" y="-445680"/>
            <a:chExt cx="9637920" cy="6029280"/>
          </a:xfrm>
        </p:grpSpPr>
        <p:sp>
          <p:nvSpPr>
            <p:cNvPr id="84" name="Google Shape;169;p20"/>
            <p:cNvSpPr/>
            <p:nvPr/>
          </p:nvSpPr>
          <p:spPr>
            <a:xfrm>
              <a:off x="-125640" y="44532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5" name="Google Shape;170;p20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6" name="Google Shape;171;p20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7" name="Google Shape;172;p20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8" name="Google Shape;173;p20"/>
            <p:cNvSpPr/>
            <p:nvPr/>
          </p:nvSpPr>
          <p:spPr>
            <a:xfrm rot="10800000" flipH="1">
              <a:off x="29304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9" name="Google Shape;174;p20"/>
            <p:cNvSpPr/>
            <p:nvPr/>
          </p:nvSpPr>
          <p:spPr>
            <a:xfrm rot="10800000">
              <a:off x="8431200" y="-403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0" name="Google Shape;175;p20"/>
            <p:cNvSpPr/>
            <p:nvPr/>
          </p:nvSpPr>
          <p:spPr>
            <a:xfrm>
              <a:off x="-125640" y="39967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1" name="Google Shape;176;p20"/>
            <p:cNvSpPr/>
            <p:nvPr/>
          </p:nvSpPr>
          <p:spPr>
            <a:xfrm>
              <a:off x="8430840" y="468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720000" y="1637640"/>
            <a:ext cx="3597480" cy="106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13160" y="2384280"/>
            <a:ext cx="4344120" cy="91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4" name="PlaceHolder 2"/>
          <p:cNvSpPr>
            <a:spLocks noGrp="1"/>
          </p:cNvSpPr>
          <p:nvPr>
            <p:ph type="title"/>
          </p:nvPr>
        </p:nvSpPr>
        <p:spPr>
          <a:xfrm>
            <a:off x="713160" y="1468440"/>
            <a:ext cx="1263960" cy="91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dk1"/>
                </a:solidFill>
                <a:latin typeface="Outfit"/>
                <a:ea typeface="Outfit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180;p21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97" name="Google Shape;181;p21"/>
            <p:cNvSpPr/>
            <p:nvPr/>
          </p:nvSpPr>
          <p:spPr>
            <a:xfrm flipH="1">
              <a:off x="8430120" y="4453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8" name="Google Shape;182;p21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9" name="Google Shape;183;p21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0" name="Google Shape;184;p21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1" name="Google Shape;185;p21"/>
            <p:cNvSpPr/>
            <p:nvPr/>
          </p:nvSpPr>
          <p:spPr>
            <a:xfrm rot="10800000">
              <a:off x="8012160" y="-4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2" name="Google Shape;186;p21"/>
            <p:cNvSpPr/>
            <p:nvPr/>
          </p:nvSpPr>
          <p:spPr>
            <a:xfrm rot="10800000" flipH="1">
              <a:off x="-126000" y="-403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3" name="Google Shape;187;p21"/>
            <p:cNvSpPr/>
            <p:nvPr/>
          </p:nvSpPr>
          <p:spPr>
            <a:xfrm flipH="1">
              <a:off x="8430120" y="39967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4" name="Google Shape;188;p21"/>
            <p:cNvSpPr/>
            <p:nvPr/>
          </p:nvSpPr>
          <p:spPr>
            <a:xfrm flipH="1">
              <a:off x="-126360" y="468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837320" y="1796400"/>
            <a:ext cx="359316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92;p22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107" name="Google Shape;193;p22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8" name="Google Shape;194;p22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9" name="Google Shape;195;p22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0" name="Google Shape;196;p22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1" name="Google Shape;197;p22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2" name="Google Shape;198;p22"/>
            <p:cNvSpPr/>
            <p:nvPr/>
          </p:nvSpPr>
          <p:spPr>
            <a:xfrm rot="10800000" flipH="1">
              <a:off x="29304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3" name="Google Shape;199;p22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4" name="Google Shape;200;p22"/>
            <p:cNvSpPr/>
            <p:nvPr/>
          </p:nvSpPr>
          <p:spPr>
            <a:xfrm rot="10800000">
              <a:off x="8012160" y="-4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102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204;p23"/>
          <p:cNvGrpSpPr/>
          <p:nvPr/>
        </p:nvGrpSpPr>
        <p:grpSpPr>
          <a:xfrm>
            <a:off x="-534960" y="-37440"/>
            <a:ext cx="10207440" cy="5621040"/>
            <a:chOff x="-534960" y="-37440"/>
            <a:chExt cx="10207440" cy="5621040"/>
          </a:xfrm>
        </p:grpSpPr>
        <p:sp>
          <p:nvSpPr>
            <p:cNvPr id="118" name="Google Shape;205;p23"/>
            <p:cNvSpPr/>
            <p:nvPr/>
          </p:nvSpPr>
          <p:spPr>
            <a:xfrm>
              <a:off x="-1256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9" name="Google Shape;206;p23"/>
            <p:cNvSpPr/>
            <p:nvPr/>
          </p:nvSpPr>
          <p:spPr>
            <a:xfrm>
              <a:off x="-53496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0" name="Google Shape;207;p23"/>
            <p:cNvSpPr/>
            <p:nvPr/>
          </p:nvSpPr>
          <p:spPr>
            <a:xfrm rot="10800000">
              <a:off x="8834040" y="-374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1" name="Google Shape;208;p23"/>
            <p:cNvSpPr/>
            <p:nvPr/>
          </p:nvSpPr>
          <p:spPr>
            <a:xfrm rot="10800000">
              <a:off x="8431200" y="4194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2" name="Google Shape;209;p23"/>
            <p:cNvSpPr/>
            <p:nvPr/>
          </p:nvSpPr>
          <p:spPr>
            <a:xfrm flipH="1">
              <a:off x="842328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3" name="Google Shape;210;p23"/>
            <p:cNvSpPr/>
            <p:nvPr/>
          </p:nvSpPr>
          <p:spPr>
            <a:xfrm flipH="1">
              <a:off x="883296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4" name="Google Shape;211;p23"/>
            <p:cNvSpPr/>
            <p:nvPr/>
          </p:nvSpPr>
          <p:spPr>
            <a:xfrm rot="10800000" flipH="1">
              <a:off x="-528840" y="-3744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5" name="Google Shape;212;p23"/>
            <p:cNvSpPr/>
            <p:nvPr/>
          </p:nvSpPr>
          <p:spPr>
            <a:xfrm rot="10800000" flipH="1">
              <a:off x="-126000" y="419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14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216;p24"/>
          <p:cNvGrpSpPr/>
          <p:nvPr/>
        </p:nvGrpSpPr>
        <p:grpSpPr>
          <a:xfrm>
            <a:off x="-310320" y="3500640"/>
            <a:ext cx="9764280" cy="2328120"/>
            <a:chOff x="-310320" y="3500640"/>
            <a:chExt cx="9764280" cy="2328120"/>
          </a:xfrm>
        </p:grpSpPr>
        <p:sp>
          <p:nvSpPr>
            <p:cNvPr id="129" name="Google Shape;217;p24"/>
            <p:cNvSpPr/>
            <p:nvPr/>
          </p:nvSpPr>
          <p:spPr>
            <a:xfrm rot="10800000" flipH="1">
              <a:off x="927000" y="46303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0" name="Google Shape;218;p24"/>
            <p:cNvSpPr/>
            <p:nvPr/>
          </p:nvSpPr>
          <p:spPr>
            <a:xfrm rot="10800000" flipH="1">
              <a:off x="272520" y="48610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1" name="Google Shape;219;p24"/>
            <p:cNvSpPr/>
            <p:nvPr/>
          </p:nvSpPr>
          <p:spPr>
            <a:xfrm>
              <a:off x="-310320" y="3996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2" name="Google Shape;220;p24"/>
            <p:cNvSpPr/>
            <p:nvPr/>
          </p:nvSpPr>
          <p:spPr>
            <a:xfrm>
              <a:off x="-125640" y="3500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3" name="Google Shape;221;p24"/>
            <p:cNvSpPr/>
            <p:nvPr/>
          </p:nvSpPr>
          <p:spPr>
            <a:xfrm flipH="1">
              <a:off x="8615160" y="39963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4" name="Google Shape;222;p24"/>
            <p:cNvSpPr/>
            <p:nvPr/>
          </p:nvSpPr>
          <p:spPr>
            <a:xfrm flipH="1">
              <a:off x="8423280" y="3500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5" name="Google Shape;223;p24"/>
            <p:cNvSpPr/>
            <p:nvPr/>
          </p:nvSpPr>
          <p:spPr>
            <a:xfrm rot="10800000">
              <a:off x="7378200" y="46303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6" name="Google Shape;224;p24"/>
            <p:cNvSpPr/>
            <p:nvPr/>
          </p:nvSpPr>
          <p:spPr>
            <a:xfrm rot="10800000">
              <a:off x="8032680" y="4861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231;p25"/>
          <p:cNvGrpSpPr/>
          <p:nvPr/>
        </p:nvGrpSpPr>
        <p:grpSpPr>
          <a:xfrm>
            <a:off x="-655560" y="3436920"/>
            <a:ext cx="10454760" cy="2310840"/>
            <a:chOff x="-655560" y="3436920"/>
            <a:chExt cx="10454760" cy="2310840"/>
          </a:xfrm>
        </p:grpSpPr>
        <p:sp>
          <p:nvSpPr>
            <p:cNvPr id="139" name="Google Shape;232;p25"/>
            <p:cNvSpPr/>
            <p:nvPr/>
          </p:nvSpPr>
          <p:spPr>
            <a:xfrm rot="10800000" flipH="1">
              <a:off x="-137160" y="3436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0" name="Google Shape;233;p25"/>
            <p:cNvSpPr/>
            <p:nvPr/>
          </p:nvSpPr>
          <p:spPr>
            <a:xfrm>
              <a:off x="183240" y="4541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1" name="Google Shape;234;p25"/>
            <p:cNvSpPr/>
            <p:nvPr/>
          </p:nvSpPr>
          <p:spPr>
            <a:xfrm rot="10800000" flipH="1">
              <a:off x="-655920" y="390348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2" name="Google Shape;235;p25"/>
            <p:cNvSpPr/>
            <p:nvPr/>
          </p:nvSpPr>
          <p:spPr>
            <a:xfrm rot="10800000">
              <a:off x="8442360" y="3436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3" name="Google Shape;236;p25"/>
            <p:cNvSpPr/>
            <p:nvPr/>
          </p:nvSpPr>
          <p:spPr>
            <a:xfrm flipH="1">
              <a:off x="8121240" y="4541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4" name="Google Shape;237;p25"/>
            <p:cNvSpPr/>
            <p:nvPr/>
          </p:nvSpPr>
          <p:spPr>
            <a:xfrm rot="10800000">
              <a:off x="8960760" y="39034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5" name="Google Shape;238;p25"/>
            <p:cNvSpPr/>
            <p:nvPr/>
          </p:nvSpPr>
          <p:spPr>
            <a:xfrm rot="10800000">
              <a:off x="7719120" y="4780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6" name="Google Shape;239;p25"/>
            <p:cNvSpPr/>
            <p:nvPr/>
          </p:nvSpPr>
          <p:spPr>
            <a:xfrm rot="10800000">
              <a:off x="586800" y="4780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244;p26"/>
          <p:cNvGrpSpPr/>
          <p:nvPr/>
        </p:nvGrpSpPr>
        <p:grpSpPr>
          <a:xfrm>
            <a:off x="-512280" y="-358200"/>
            <a:ext cx="10169640" cy="5930280"/>
            <a:chOff x="-512280" y="-358200"/>
            <a:chExt cx="10169640" cy="5930280"/>
          </a:xfrm>
        </p:grpSpPr>
        <p:sp>
          <p:nvSpPr>
            <p:cNvPr id="149" name="Google Shape;245;p26"/>
            <p:cNvSpPr/>
            <p:nvPr/>
          </p:nvSpPr>
          <p:spPr>
            <a:xfrm flipH="1">
              <a:off x="8430120" y="40741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0" name="Google Shape;246;p26"/>
            <p:cNvSpPr/>
            <p:nvPr/>
          </p:nvSpPr>
          <p:spPr>
            <a:xfrm rot="10800000">
              <a:off x="8818920" y="1832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1" name="Google Shape;247;p26"/>
            <p:cNvSpPr/>
            <p:nvPr/>
          </p:nvSpPr>
          <p:spPr>
            <a:xfrm rot="10800000">
              <a:off x="8011800" y="46044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2" name="Google Shape;248;p26"/>
            <p:cNvSpPr/>
            <p:nvPr/>
          </p:nvSpPr>
          <p:spPr>
            <a:xfrm flipH="1">
              <a:off x="8430120" y="-358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3" name="Google Shape;249;p26"/>
            <p:cNvSpPr/>
            <p:nvPr/>
          </p:nvSpPr>
          <p:spPr>
            <a:xfrm>
              <a:off x="-124200" y="4074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4" name="Google Shape;250;p26"/>
            <p:cNvSpPr/>
            <p:nvPr/>
          </p:nvSpPr>
          <p:spPr>
            <a:xfrm rot="10800000" flipH="1">
              <a:off x="-512640" y="18324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5" name="Google Shape;251;p26"/>
            <p:cNvSpPr/>
            <p:nvPr/>
          </p:nvSpPr>
          <p:spPr>
            <a:xfrm rot="10800000" flipH="1">
              <a:off x="294840" y="4604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6" name="Google Shape;252;p26"/>
            <p:cNvSpPr/>
            <p:nvPr/>
          </p:nvSpPr>
          <p:spPr>
            <a:xfrm>
              <a:off x="-124200" y="-3582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261;p27"/>
          <p:cNvGrpSpPr/>
          <p:nvPr/>
        </p:nvGrpSpPr>
        <p:grpSpPr>
          <a:xfrm>
            <a:off x="-519480" y="2675160"/>
            <a:ext cx="10224360" cy="2743920"/>
            <a:chOff x="-519480" y="2675160"/>
            <a:chExt cx="10224360" cy="2743920"/>
          </a:xfrm>
        </p:grpSpPr>
        <p:sp>
          <p:nvSpPr>
            <p:cNvPr id="159" name="Google Shape;262;p27"/>
            <p:cNvSpPr/>
            <p:nvPr/>
          </p:nvSpPr>
          <p:spPr>
            <a:xfrm rot="10800000" flipH="1">
              <a:off x="-119160" y="3085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0" name="Google Shape;263;p27"/>
            <p:cNvSpPr/>
            <p:nvPr/>
          </p:nvSpPr>
          <p:spPr>
            <a:xfrm rot="10800000" flipH="1">
              <a:off x="-519840" y="267516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1" name="Google Shape;264;p27"/>
            <p:cNvSpPr/>
            <p:nvPr/>
          </p:nvSpPr>
          <p:spPr>
            <a:xfrm>
              <a:off x="-519480" y="395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2" name="Google Shape;265;p27"/>
            <p:cNvSpPr/>
            <p:nvPr/>
          </p:nvSpPr>
          <p:spPr>
            <a:xfrm>
              <a:off x="21240" y="44514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3" name="Google Shape;266;p27"/>
            <p:cNvSpPr/>
            <p:nvPr/>
          </p:nvSpPr>
          <p:spPr>
            <a:xfrm rot="10800000">
              <a:off x="8465400" y="30852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4" name="Google Shape;267;p27"/>
            <p:cNvSpPr/>
            <p:nvPr/>
          </p:nvSpPr>
          <p:spPr>
            <a:xfrm rot="10800000">
              <a:off x="8866440" y="26751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5" name="Google Shape;268;p27"/>
            <p:cNvSpPr/>
            <p:nvPr/>
          </p:nvSpPr>
          <p:spPr>
            <a:xfrm flipH="1">
              <a:off x="8865360" y="395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6" name="Google Shape;269;p27"/>
            <p:cNvSpPr/>
            <p:nvPr/>
          </p:nvSpPr>
          <p:spPr>
            <a:xfrm flipH="1">
              <a:off x="8324640" y="4451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280;p28"/>
          <p:cNvGrpSpPr/>
          <p:nvPr/>
        </p:nvGrpSpPr>
        <p:grpSpPr>
          <a:xfrm>
            <a:off x="-266400" y="3341880"/>
            <a:ext cx="9676800" cy="2320920"/>
            <a:chOff x="-266400" y="3341880"/>
            <a:chExt cx="9676800" cy="2320920"/>
          </a:xfrm>
        </p:grpSpPr>
        <p:sp>
          <p:nvSpPr>
            <p:cNvPr id="169" name="Google Shape;281;p28"/>
            <p:cNvSpPr/>
            <p:nvPr/>
          </p:nvSpPr>
          <p:spPr>
            <a:xfrm flipH="1">
              <a:off x="7440840" y="46951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0" name="Google Shape;282;p28"/>
            <p:cNvSpPr/>
            <p:nvPr/>
          </p:nvSpPr>
          <p:spPr>
            <a:xfrm>
              <a:off x="863640" y="4695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1" name="Google Shape;283;p28"/>
            <p:cNvSpPr/>
            <p:nvPr/>
          </p:nvSpPr>
          <p:spPr>
            <a:xfrm rot="10800000" flipH="1">
              <a:off x="-266760" y="40291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2" name="Google Shape;284;p28"/>
            <p:cNvSpPr/>
            <p:nvPr/>
          </p:nvSpPr>
          <p:spPr>
            <a:xfrm>
              <a:off x="153000" y="45244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3" name="Google Shape;285;p28"/>
            <p:cNvSpPr/>
            <p:nvPr/>
          </p:nvSpPr>
          <p:spPr>
            <a:xfrm rot="10800000" flipH="1">
              <a:off x="-151560" y="33418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4" name="Google Shape;286;p28"/>
            <p:cNvSpPr/>
            <p:nvPr/>
          </p:nvSpPr>
          <p:spPr>
            <a:xfrm rot="10800000">
              <a:off x="8571960" y="4029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5" name="Google Shape;287;p28"/>
            <p:cNvSpPr/>
            <p:nvPr/>
          </p:nvSpPr>
          <p:spPr>
            <a:xfrm flipH="1">
              <a:off x="8151840" y="45244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6" name="Google Shape;288;p28"/>
            <p:cNvSpPr/>
            <p:nvPr/>
          </p:nvSpPr>
          <p:spPr>
            <a:xfrm rot="10800000">
              <a:off x="8456760" y="33418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352040" y="638280"/>
            <a:ext cx="407844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dk1"/>
                </a:solidFill>
                <a:latin typeface="Outfit"/>
                <a:ea typeface="Outfit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title"/>
          </p:nvPr>
        </p:nvSpPr>
        <p:spPr>
          <a:xfrm>
            <a:off x="4352040" y="1990440"/>
            <a:ext cx="407844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dk1"/>
                </a:solidFill>
                <a:latin typeface="Outfit"/>
                <a:ea typeface="Outfit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title"/>
          </p:nvPr>
        </p:nvSpPr>
        <p:spPr>
          <a:xfrm>
            <a:off x="4352040" y="3342960"/>
            <a:ext cx="407844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dk1"/>
                </a:solidFill>
                <a:latin typeface="Outfit"/>
                <a:ea typeface="Outfit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6;p4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185" name="Google Shape;17;p4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6" name="Google Shape;18;p4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7" name="Google Shape;19;p4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8" name="Google Shape;20;p4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9" name="Google Shape;21;p4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0" name="Google Shape;22;p4"/>
            <p:cNvSpPr/>
            <p:nvPr/>
          </p:nvSpPr>
          <p:spPr>
            <a:xfrm rot="10800000" flipH="1">
              <a:off x="29304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1" name="Google Shape;23;p4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2" name="Google Shape;24;p4"/>
            <p:cNvSpPr/>
            <p:nvPr/>
          </p:nvSpPr>
          <p:spPr>
            <a:xfrm rot="10800000">
              <a:off x="8012160" y="-4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9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314;p31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198" name="Google Shape;315;p31"/>
            <p:cNvSpPr/>
            <p:nvPr/>
          </p:nvSpPr>
          <p:spPr>
            <a:xfrm>
              <a:off x="-1256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9" name="Google Shape;316;p31"/>
            <p:cNvSpPr/>
            <p:nvPr/>
          </p:nvSpPr>
          <p:spPr>
            <a:xfrm>
              <a:off x="-12564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0" name="Google Shape;317;p31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1" name="Google Shape;318;p31"/>
            <p:cNvSpPr/>
            <p:nvPr/>
          </p:nvSpPr>
          <p:spPr>
            <a:xfrm rot="10800000" flipH="1">
              <a:off x="34668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2" name="Google Shape;319;p31"/>
            <p:cNvSpPr/>
            <p:nvPr/>
          </p:nvSpPr>
          <p:spPr>
            <a:xfrm rot="10800000">
              <a:off x="7958520" y="-428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3" name="Google Shape;320;p31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4" name="Google Shape;321;p31"/>
            <p:cNvSpPr/>
            <p:nvPr/>
          </p:nvSpPr>
          <p:spPr>
            <a:xfrm>
              <a:off x="84308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5" name="Google Shape;322;p31"/>
            <p:cNvSpPr/>
            <p:nvPr/>
          </p:nvSpPr>
          <p:spPr>
            <a:xfrm>
              <a:off x="843084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324;p32"/>
          <p:cNvGrpSpPr/>
          <p:nvPr/>
        </p:nvGrpSpPr>
        <p:grpSpPr>
          <a:xfrm>
            <a:off x="-476640" y="2900520"/>
            <a:ext cx="10096920" cy="2864880"/>
            <a:chOff x="-476640" y="2900520"/>
            <a:chExt cx="10096920" cy="2864880"/>
          </a:xfrm>
        </p:grpSpPr>
        <p:grpSp>
          <p:nvGrpSpPr>
            <p:cNvPr id="207" name="Google Shape;325;p32"/>
            <p:cNvGrpSpPr/>
            <p:nvPr/>
          </p:nvGrpSpPr>
          <p:grpSpPr>
            <a:xfrm>
              <a:off x="-476640" y="2900520"/>
              <a:ext cx="10096920" cy="2864880"/>
              <a:chOff x="-476640" y="2900520"/>
              <a:chExt cx="10096920" cy="2864880"/>
            </a:xfrm>
          </p:grpSpPr>
          <p:sp>
            <p:nvSpPr>
              <p:cNvPr id="208" name="Google Shape;326;p32"/>
              <p:cNvSpPr/>
              <p:nvPr/>
            </p:nvSpPr>
            <p:spPr>
              <a:xfrm rot="10800000" flipH="1">
                <a:off x="-267120" y="290052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9" name="Google Shape;327;p32"/>
              <p:cNvSpPr/>
              <p:nvPr/>
            </p:nvSpPr>
            <p:spPr>
              <a:xfrm>
                <a:off x="-90720" y="44251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0" name="Google Shape;328;p32"/>
              <p:cNvSpPr/>
              <p:nvPr/>
            </p:nvSpPr>
            <p:spPr>
              <a:xfrm>
                <a:off x="-476640" y="352296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1" name="Google Shape;329;p32"/>
              <p:cNvSpPr/>
              <p:nvPr/>
            </p:nvSpPr>
            <p:spPr>
              <a:xfrm rot="10800000">
                <a:off x="8572320" y="29005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2" name="Google Shape;330;p32"/>
              <p:cNvSpPr/>
              <p:nvPr/>
            </p:nvSpPr>
            <p:spPr>
              <a:xfrm flipH="1">
                <a:off x="8395200" y="442512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3" name="Google Shape;331;p32"/>
              <p:cNvSpPr/>
              <p:nvPr/>
            </p:nvSpPr>
            <p:spPr>
              <a:xfrm flipH="1">
                <a:off x="8781480" y="352296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4" name="Google Shape;332;p32"/>
              <p:cNvSpPr/>
              <p:nvPr/>
            </p:nvSpPr>
            <p:spPr>
              <a:xfrm rot="10800000">
                <a:off x="8010360" y="47977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215" name="Google Shape;333;p32"/>
            <p:cNvSpPr/>
            <p:nvPr/>
          </p:nvSpPr>
          <p:spPr>
            <a:xfrm rot="10800000" flipH="1">
              <a:off x="293400" y="47977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8;p5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217" name="Google Shape;29;p5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18" name="Google Shape;30;p5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19" name="Google Shape;31;p5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0" name="Google Shape;32;p5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1" name="Google Shape;33;p5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2" name="Google Shape;34;p5"/>
            <p:cNvSpPr/>
            <p:nvPr/>
          </p:nvSpPr>
          <p:spPr>
            <a:xfrm rot="10800000" flipH="1">
              <a:off x="29304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3" name="Google Shape;35;p5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4" name="Google Shape;36;p5"/>
            <p:cNvSpPr/>
            <p:nvPr/>
          </p:nvSpPr>
          <p:spPr>
            <a:xfrm rot="10800000">
              <a:off x="8012160" y="-4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43;p6"/>
          <p:cNvGrpSpPr/>
          <p:nvPr/>
        </p:nvGrpSpPr>
        <p:grpSpPr>
          <a:xfrm>
            <a:off x="-247320" y="-283680"/>
            <a:ext cx="9637920" cy="5867280"/>
            <a:chOff x="-247320" y="-283680"/>
            <a:chExt cx="9637920" cy="5867280"/>
          </a:xfrm>
        </p:grpSpPr>
        <p:sp>
          <p:nvSpPr>
            <p:cNvPr id="230" name="Google Shape;44;p6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1" name="Google Shape;45;p6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2" name="Google Shape;46;p6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3" name="Google Shape;47;p6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4" name="Google Shape;48;p6"/>
            <p:cNvSpPr/>
            <p:nvPr/>
          </p:nvSpPr>
          <p:spPr>
            <a:xfrm rot="10800000" flipH="1">
              <a:off x="-126000" y="123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5" name="Google Shape;49;p6"/>
            <p:cNvSpPr/>
            <p:nvPr/>
          </p:nvSpPr>
          <p:spPr>
            <a:xfrm rot="10800000" flipH="1">
              <a:off x="-126000" y="-283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6" name="Google Shape;50;p6"/>
            <p:cNvSpPr/>
            <p:nvPr/>
          </p:nvSpPr>
          <p:spPr>
            <a:xfrm rot="10800000" flipH="1">
              <a:off x="8423640" y="123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7" name="Google Shape;51;p6"/>
            <p:cNvSpPr/>
            <p:nvPr/>
          </p:nvSpPr>
          <p:spPr>
            <a:xfrm rot="10800000" flipH="1">
              <a:off x="8423640" y="-283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5549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292280" y="1663920"/>
            <a:ext cx="4138200" cy="181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3862800" y="1655640"/>
            <a:ext cx="456732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body"/>
          </p:nvPr>
        </p:nvSpPr>
        <p:spPr>
          <a:xfrm>
            <a:off x="0" y="-13680"/>
            <a:ext cx="9143640" cy="515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45" name="PlaceHolder 2"/>
          <p:cNvSpPr>
            <a:spLocks noGrp="1"/>
          </p:cNvSpPr>
          <p:nvPr>
            <p:ph type="title"/>
          </p:nvPr>
        </p:nvSpPr>
        <p:spPr>
          <a:xfrm>
            <a:off x="720000" y="3942720"/>
            <a:ext cx="7703640" cy="6440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716760" y="51120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714240" y="1152360"/>
            <a:ext cx="5134680" cy="2381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3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Redução da Evasão Escolar</a:t>
            </a:r>
            <a:endParaRPr lang="fr-FR" sz="4300" b="0" strike="noStrike" spc="-1" dirty="0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249" name="Google Shape;346;p36"/>
          <p:cNvCxnSpPr/>
          <p:nvPr/>
        </p:nvCxnSpPr>
        <p:spPr>
          <a:xfrm>
            <a:off x="823320" y="987120"/>
            <a:ext cx="373680" cy="360"/>
          </a:xfrm>
          <a:prstGeom prst="straightConnector1">
            <a:avLst/>
          </a:prstGeom>
          <a:ln w="19050">
            <a:solidFill>
              <a:srgbClr val="384655"/>
            </a:solidFill>
            <a:round/>
          </a:ln>
        </p:spPr>
      </p:cxnSp>
      <p:grpSp>
        <p:nvGrpSpPr>
          <p:cNvPr id="250" name="Google Shape;347;p36"/>
          <p:cNvGrpSpPr/>
          <p:nvPr/>
        </p:nvGrpSpPr>
        <p:grpSpPr>
          <a:xfrm>
            <a:off x="5115240" y="-428760"/>
            <a:ext cx="4275000" cy="6450480"/>
            <a:chOff x="5115240" y="-428760"/>
            <a:chExt cx="4275000" cy="6450480"/>
          </a:xfrm>
        </p:grpSpPr>
        <p:sp>
          <p:nvSpPr>
            <p:cNvPr id="251" name="Google Shape;348;p36"/>
            <p:cNvSpPr/>
            <p:nvPr/>
          </p:nvSpPr>
          <p:spPr>
            <a:xfrm rot="10800000" flipH="1">
              <a:off x="8492040" y="-192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2" name="Google Shape;349;p36"/>
            <p:cNvSpPr/>
            <p:nvPr/>
          </p:nvSpPr>
          <p:spPr>
            <a:xfrm>
              <a:off x="8551800" y="32677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3" name="Google Shape;350;p36"/>
            <p:cNvSpPr/>
            <p:nvPr/>
          </p:nvSpPr>
          <p:spPr>
            <a:xfrm>
              <a:off x="6606720" y="2547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4" name="Google Shape;351;p36"/>
            <p:cNvSpPr/>
            <p:nvPr/>
          </p:nvSpPr>
          <p:spPr>
            <a:xfrm>
              <a:off x="7103520" y="-153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5" name="Google Shape;352;p36"/>
            <p:cNvSpPr/>
            <p:nvPr/>
          </p:nvSpPr>
          <p:spPr>
            <a:xfrm>
              <a:off x="6684120" y="3186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6" name="Google Shape;353;p36"/>
            <p:cNvSpPr/>
            <p:nvPr/>
          </p:nvSpPr>
          <p:spPr>
            <a:xfrm>
              <a:off x="6109920" y="1194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7" name="Google Shape;354;p36"/>
            <p:cNvSpPr/>
            <p:nvPr/>
          </p:nvSpPr>
          <p:spPr>
            <a:xfrm>
              <a:off x="6109920" y="697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8" name="Google Shape;355;p36"/>
            <p:cNvSpPr/>
            <p:nvPr/>
          </p:nvSpPr>
          <p:spPr>
            <a:xfrm>
              <a:off x="7587360" y="1194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9" name="Google Shape;356;p36"/>
            <p:cNvSpPr/>
            <p:nvPr/>
          </p:nvSpPr>
          <p:spPr>
            <a:xfrm>
              <a:off x="5634000" y="-428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0" name="Google Shape;357;p36"/>
            <p:cNvSpPr/>
            <p:nvPr/>
          </p:nvSpPr>
          <p:spPr>
            <a:xfrm>
              <a:off x="7017840" y="2075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1" name="Google Shape;358;p36"/>
            <p:cNvSpPr/>
            <p:nvPr/>
          </p:nvSpPr>
          <p:spPr>
            <a:xfrm>
              <a:off x="5193720" y="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2" name="Google Shape;359;p36"/>
            <p:cNvSpPr/>
            <p:nvPr/>
          </p:nvSpPr>
          <p:spPr>
            <a:xfrm>
              <a:off x="8069040" y="16221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3" name="Google Shape;360;p36"/>
            <p:cNvSpPr/>
            <p:nvPr/>
          </p:nvSpPr>
          <p:spPr>
            <a:xfrm rot="10800000" flipH="1">
              <a:off x="5114880" y="36565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4" name="Google Shape;361;p36"/>
            <p:cNvSpPr/>
            <p:nvPr/>
          </p:nvSpPr>
          <p:spPr>
            <a:xfrm rot="10800000" flipH="1">
              <a:off x="6606360" y="39250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5" name="Google Shape;362;p36"/>
            <p:cNvSpPr/>
            <p:nvPr/>
          </p:nvSpPr>
          <p:spPr>
            <a:xfrm rot="10800000" flipH="1">
              <a:off x="5983560" y="5054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6" name="Google Shape;363;p36"/>
            <p:cNvSpPr/>
            <p:nvPr/>
          </p:nvSpPr>
          <p:spPr>
            <a:xfrm rot="10800000" flipH="1">
              <a:off x="7178400" y="3533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7" name="Google Shape;364;p36"/>
            <p:cNvSpPr/>
            <p:nvPr/>
          </p:nvSpPr>
          <p:spPr>
            <a:xfrm rot="10800000" flipH="1">
              <a:off x="6606360" y="46098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" name="Google Shape;365;p36"/>
            <p:cNvSpPr/>
            <p:nvPr/>
          </p:nvSpPr>
          <p:spPr>
            <a:xfrm rot="10800000" flipH="1">
              <a:off x="5526000" y="4128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9" name="Google Shape;366;p36"/>
            <p:cNvSpPr/>
            <p:nvPr/>
          </p:nvSpPr>
          <p:spPr>
            <a:xfrm>
              <a:off x="8117280" y="28522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0" name="Google Shape;367;p36"/>
            <p:cNvSpPr/>
            <p:nvPr/>
          </p:nvSpPr>
          <p:spPr>
            <a:xfrm>
              <a:off x="8172720" y="3034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664;p50"/>
          <p:cNvSpPr/>
          <p:nvPr/>
        </p:nvSpPr>
        <p:spPr>
          <a:xfrm>
            <a:off x="5122080" y="1060200"/>
            <a:ext cx="3108960" cy="310896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723960" y="1266840"/>
            <a:ext cx="3781080" cy="170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5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Introdução</a:t>
            </a:r>
            <a:endParaRPr lang="fr-FR" sz="3500" b="0" strike="noStrike" spc="-1" dirty="0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714240" y="2381400"/>
            <a:ext cx="43430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1" strike="noStrike" spc="-1">
                <a:solidFill>
                  <a:schemeClr val="dk1"/>
                </a:solidFill>
                <a:latin typeface="Outfit"/>
                <a:ea typeface="Outfit"/>
              </a:rPr>
              <a:t>Diagnóstico</a:t>
            </a:r>
            <a:endParaRPr lang="fr-FR" sz="5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title"/>
          </p:nvPr>
        </p:nvSpPr>
        <p:spPr>
          <a:xfrm>
            <a:off x="714240" y="1467000"/>
            <a:ext cx="126648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1" strike="noStrike" spc="-1">
                <a:solidFill>
                  <a:schemeClr val="dk1"/>
                </a:solidFill>
                <a:latin typeface="Outfit"/>
                <a:ea typeface="Outfit"/>
              </a:rPr>
              <a:t>01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ubTitle"/>
          </p:nvPr>
        </p:nvSpPr>
        <p:spPr>
          <a:xfrm>
            <a:off x="714240" y="3295800"/>
            <a:ext cx="434304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678" lnSpcReduction="10000"/>
          </a:bodyPr>
          <a:lstStyle/>
          <a:p>
            <a:pPr indent="0" algn="ctr">
              <a:buNone/>
            </a:pPr>
            <a:endParaRPr lang="en-US" sz="1600" b="0" strike="noStrike" spc="-1">
              <a:solidFill>
                <a:schemeClr val="dk1"/>
              </a:solidFill>
              <a:latin typeface="DM Sans"/>
              <a:ea typeface="DM Sans"/>
            </a:endParaRPr>
          </a:p>
        </p:txBody>
      </p:sp>
      <p:grpSp>
        <p:nvGrpSpPr>
          <p:cNvPr id="277" name="Google Shape;432;p40"/>
          <p:cNvGrpSpPr/>
          <p:nvPr/>
        </p:nvGrpSpPr>
        <p:grpSpPr>
          <a:xfrm>
            <a:off x="5104800" y="-153360"/>
            <a:ext cx="4218480" cy="6000480"/>
            <a:chOff x="5104800" y="-153360"/>
            <a:chExt cx="4218480" cy="6000480"/>
          </a:xfrm>
        </p:grpSpPr>
        <p:sp>
          <p:nvSpPr>
            <p:cNvPr id="278" name="Google Shape;433;p40"/>
            <p:cNvSpPr/>
            <p:nvPr/>
          </p:nvSpPr>
          <p:spPr>
            <a:xfrm>
              <a:off x="7075080" y="2547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9" name="Google Shape;434;p40"/>
            <p:cNvSpPr/>
            <p:nvPr/>
          </p:nvSpPr>
          <p:spPr>
            <a:xfrm>
              <a:off x="7026120" y="-153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0" name="Google Shape;435;p40"/>
            <p:cNvSpPr/>
            <p:nvPr/>
          </p:nvSpPr>
          <p:spPr>
            <a:xfrm>
              <a:off x="6606720" y="3186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1" name="Google Shape;436;p40"/>
            <p:cNvSpPr/>
            <p:nvPr/>
          </p:nvSpPr>
          <p:spPr>
            <a:xfrm>
              <a:off x="6139080" y="13708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2" name="Google Shape;437;p40"/>
            <p:cNvSpPr/>
            <p:nvPr/>
          </p:nvSpPr>
          <p:spPr>
            <a:xfrm>
              <a:off x="5732280" y="8744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3" name="Google Shape;438;p40"/>
            <p:cNvSpPr/>
            <p:nvPr/>
          </p:nvSpPr>
          <p:spPr>
            <a:xfrm>
              <a:off x="7480800" y="990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4" name="Google Shape;439;p40"/>
            <p:cNvSpPr/>
            <p:nvPr/>
          </p:nvSpPr>
          <p:spPr>
            <a:xfrm>
              <a:off x="7075080" y="2075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5" name="Google Shape;440;p40"/>
            <p:cNvSpPr/>
            <p:nvPr/>
          </p:nvSpPr>
          <p:spPr>
            <a:xfrm>
              <a:off x="7962480" y="1404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6" name="Google Shape;441;p40"/>
            <p:cNvSpPr/>
            <p:nvPr/>
          </p:nvSpPr>
          <p:spPr>
            <a:xfrm rot="10800000" flipH="1">
              <a:off x="6035760" y="31255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7" name="Google Shape;442;p40"/>
            <p:cNvSpPr/>
            <p:nvPr/>
          </p:nvSpPr>
          <p:spPr>
            <a:xfrm rot="10800000" flipH="1">
              <a:off x="6354720" y="41025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8" name="Google Shape;443;p40"/>
            <p:cNvSpPr/>
            <p:nvPr/>
          </p:nvSpPr>
          <p:spPr>
            <a:xfrm rot="10800000" flipH="1">
              <a:off x="5731920" y="4879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9" name="Google Shape;444;p40"/>
            <p:cNvSpPr/>
            <p:nvPr/>
          </p:nvSpPr>
          <p:spPr>
            <a:xfrm rot="10800000" flipH="1">
              <a:off x="6682680" y="3515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0" name="Google Shape;445;p40"/>
            <p:cNvSpPr/>
            <p:nvPr/>
          </p:nvSpPr>
          <p:spPr>
            <a:xfrm rot="10800000" flipH="1">
              <a:off x="5104440" y="4434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1" name="Google Shape;446;p40"/>
            <p:cNvSpPr/>
            <p:nvPr/>
          </p:nvSpPr>
          <p:spPr>
            <a:xfrm>
              <a:off x="8484840" y="24382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2" name="Google Shape;447;p40"/>
            <p:cNvSpPr/>
            <p:nvPr/>
          </p:nvSpPr>
          <p:spPr>
            <a:xfrm>
              <a:off x="8038440" y="29214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3" name="Google Shape;448;p40"/>
            <p:cNvSpPr/>
            <p:nvPr/>
          </p:nvSpPr>
          <p:spPr>
            <a:xfrm rot="10800000" flipH="1">
              <a:off x="7853040" y="39625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4" name="Google Shape;449;p40"/>
            <p:cNvSpPr/>
            <p:nvPr/>
          </p:nvSpPr>
          <p:spPr>
            <a:xfrm rot="10800000" flipH="1">
              <a:off x="8260920" y="4434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cxnSp>
        <p:nvCxnSpPr>
          <p:cNvPr id="295" name="Google Shape;450;p40"/>
          <p:cNvCxnSpPr/>
          <p:nvPr/>
        </p:nvCxnSpPr>
        <p:spPr>
          <a:xfrm>
            <a:off x="840960" y="1385640"/>
            <a:ext cx="374040" cy="360"/>
          </a:xfrm>
          <a:prstGeom prst="straightConnector1">
            <a:avLst/>
          </a:prstGeom>
          <a:ln w="19050">
            <a:solidFill>
              <a:srgbClr val="384655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3667424" y="381780"/>
            <a:ext cx="457164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Identificação das partes envolvidas</a:t>
            </a:r>
            <a:endParaRPr lang="fr-FR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subTitle"/>
          </p:nvPr>
        </p:nvSpPr>
        <p:spPr>
          <a:xfrm>
            <a:off x="3867120" y="2819520"/>
            <a:ext cx="4571640" cy="666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400" b="0" strike="noStrike" spc="-1" dirty="0" smtClean="0">
                <a:solidFill>
                  <a:schemeClr val="dk1"/>
                </a:solidFill>
                <a:latin typeface="DM Sans"/>
                <a:ea typeface="DM Sans"/>
              </a:rPr>
              <a:t>Eliel </a:t>
            </a:r>
            <a:r>
              <a:rPr lang="en" sz="2400" b="0" strike="noStrike" spc="-1" dirty="0">
                <a:solidFill>
                  <a:schemeClr val="dk1"/>
                </a:solidFill>
                <a:latin typeface="DM Sans"/>
                <a:ea typeface="DM Sans"/>
              </a:rPr>
              <a:t>Martins (coordenador</a:t>
            </a:r>
            <a:r>
              <a:rPr lang="en" sz="2400" b="0" strike="noStrike" spc="-1" dirty="0" smtClean="0">
                <a:solidFill>
                  <a:schemeClr val="dk1"/>
                </a:solidFill>
                <a:latin typeface="DM Sans"/>
                <a:ea typeface="DM Sans"/>
              </a:rPr>
              <a:t>), Ana Silva (analista de dados) e Carlos Oliveira (pesquisador de campo).</a:t>
            </a:r>
          </a:p>
        </p:txBody>
      </p:sp>
      <p:grpSp>
        <p:nvGrpSpPr>
          <p:cNvPr id="298" name="Google Shape;406;p39"/>
          <p:cNvGrpSpPr/>
          <p:nvPr/>
        </p:nvGrpSpPr>
        <p:grpSpPr>
          <a:xfrm>
            <a:off x="-541800" y="-622440"/>
            <a:ext cx="4135320" cy="6091200"/>
            <a:chOff x="-541800" y="-622440"/>
            <a:chExt cx="4135320" cy="6091200"/>
          </a:xfrm>
        </p:grpSpPr>
        <p:sp>
          <p:nvSpPr>
            <p:cNvPr id="299" name="Google Shape;407;p39"/>
            <p:cNvSpPr/>
            <p:nvPr/>
          </p:nvSpPr>
          <p:spPr>
            <a:xfrm rot="10800000">
              <a:off x="84600" y="4042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0" name="Google Shape;408;p39"/>
            <p:cNvSpPr/>
            <p:nvPr/>
          </p:nvSpPr>
          <p:spPr>
            <a:xfrm rot="10800000">
              <a:off x="993960" y="4575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1" name="Google Shape;409;p39"/>
            <p:cNvSpPr/>
            <p:nvPr/>
          </p:nvSpPr>
          <p:spPr>
            <a:xfrm rot="10800000">
              <a:off x="204084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2" name="Google Shape;410;p39"/>
            <p:cNvSpPr/>
            <p:nvPr/>
          </p:nvSpPr>
          <p:spPr>
            <a:xfrm rot="10800000">
              <a:off x="-54180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3" name="Google Shape;411;p39"/>
            <p:cNvSpPr/>
            <p:nvPr/>
          </p:nvSpPr>
          <p:spPr>
            <a:xfrm flipH="1">
              <a:off x="992880" y="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4" name="Google Shape;412;p39"/>
            <p:cNvSpPr/>
            <p:nvPr/>
          </p:nvSpPr>
          <p:spPr>
            <a:xfrm flipH="1">
              <a:off x="712440" y="2275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5" name="Google Shape;413;p39"/>
            <p:cNvSpPr/>
            <p:nvPr/>
          </p:nvSpPr>
          <p:spPr>
            <a:xfrm flipH="1">
              <a:off x="420840" y="1778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6" name="Google Shape;414;p39"/>
            <p:cNvSpPr/>
            <p:nvPr/>
          </p:nvSpPr>
          <p:spPr>
            <a:xfrm flipH="1">
              <a:off x="1611000" y="1474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7" name="Google Shape;415;p39"/>
            <p:cNvSpPr/>
            <p:nvPr/>
          </p:nvSpPr>
          <p:spPr>
            <a:xfrm flipH="1">
              <a:off x="2597040" y="-622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8" name="Google Shape;416;p39"/>
            <p:cNvSpPr/>
            <p:nvPr/>
          </p:nvSpPr>
          <p:spPr>
            <a:xfrm flipH="1">
              <a:off x="1259280" y="2651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9" name="Google Shape;417;p39"/>
            <p:cNvSpPr/>
            <p:nvPr/>
          </p:nvSpPr>
          <p:spPr>
            <a:xfrm flipH="1">
              <a:off x="2180160" y="-138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0" name="Google Shape;418;p39"/>
            <p:cNvSpPr/>
            <p:nvPr/>
          </p:nvSpPr>
          <p:spPr>
            <a:xfrm rot="10800000">
              <a:off x="1759320" y="40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1" name="Google Shape;419;p39"/>
            <p:cNvSpPr/>
            <p:nvPr/>
          </p:nvSpPr>
          <p:spPr>
            <a:xfrm rot="10800000">
              <a:off x="2368080" y="2651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2" name="Google Shape;420;p39"/>
            <p:cNvSpPr/>
            <p:nvPr/>
          </p:nvSpPr>
          <p:spPr>
            <a:xfrm rot="10800000">
              <a:off x="503640" y="35582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3" name="Google Shape;421;p39"/>
            <p:cNvSpPr/>
            <p:nvPr/>
          </p:nvSpPr>
          <p:spPr>
            <a:xfrm rot="10800000">
              <a:off x="1759320" y="4501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4" name="Google Shape;422;p39"/>
            <p:cNvSpPr/>
            <p:nvPr/>
          </p:nvSpPr>
          <p:spPr>
            <a:xfrm flipH="1">
              <a:off x="-126360" y="539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5" name="Google Shape;423;p39"/>
            <p:cNvSpPr/>
            <p:nvPr/>
          </p:nvSpPr>
          <p:spPr>
            <a:xfrm flipH="1">
              <a:off x="2754720" y="3194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cxnSp>
        <p:nvCxnSpPr>
          <p:cNvPr id="316" name="Google Shape;424;p39"/>
          <p:cNvCxnSpPr/>
          <p:nvPr/>
        </p:nvCxnSpPr>
        <p:spPr>
          <a:xfrm>
            <a:off x="3967200" y="1655280"/>
            <a:ext cx="374040" cy="360"/>
          </a:xfrm>
          <a:prstGeom prst="straightConnector1">
            <a:avLst/>
          </a:prstGeom>
          <a:ln w="19050">
            <a:solidFill>
              <a:srgbClr val="384655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406;p39"/>
          <p:cNvGrpSpPr/>
          <p:nvPr/>
        </p:nvGrpSpPr>
        <p:grpSpPr>
          <a:xfrm>
            <a:off x="-232230" y="-130630"/>
            <a:ext cx="3825749" cy="5599389"/>
            <a:chOff x="-541800" y="-622440"/>
            <a:chExt cx="4135320" cy="6091200"/>
          </a:xfrm>
        </p:grpSpPr>
        <p:sp>
          <p:nvSpPr>
            <p:cNvPr id="320" name="Google Shape;407;p39"/>
            <p:cNvSpPr/>
            <p:nvPr/>
          </p:nvSpPr>
          <p:spPr>
            <a:xfrm rot="10800000">
              <a:off x="84600" y="4042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1" name="Google Shape;408;p39"/>
            <p:cNvSpPr/>
            <p:nvPr/>
          </p:nvSpPr>
          <p:spPr>
            <a:xfrm rot="10800000">
              <a:off x="993960" y="4575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2" name="Google Shape;409;p39"/>
            <p:cNvSpPr/>
            <p:nvPr/>
          </p:nvSpPr>
          <p:spPr>
            <a:xfrm rot="10800000">
              <a:off x="204084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3" name="Google Shape;410;p39"/>
            <p:cNvSpPr/>
            <p:nvPr/>
          </p:nvSpPr>
          <p:spPr>
            <a:xfrm rot="10800000">
              <a:off x="-54180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4" name="Google Shape;411;p39"/>
            <p:cNvSpPr/>
            <p:nvPr/>
          </p:nvSpPr>
          <p:spPr>
            <a:xfrm flipH="1">
              <a:off x="992880" y="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5" name="Google Shape;412;p39"/>
            <p:cNvSpPr/>
            <p:nvPr/>
          </p:nvSpPr>
          <p:spPr>
            <a:xfrm flipH="1">
              <a:off x="712440" y="2275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6" name="Google Shape;413;p39"/>
            <p:cNvSpPr/>
            <p:nvPr/>
          </p:nvSpPr>
          <p:spPr>
            <a:xfrm flipH="1">
              <a:off x="420840" y="1778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7" name="Google Shape;414;p39"/>
            <p:cNvSpPr/>
            <p:nvPr/>
          </p:nvSpPr>
          <p:spPr>
            <a:xfrm flipH="1">
              <a:off x="1611000" y="1474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8" name="Google Shape;415;p39"/>
            <p:cNvSpPr/>
            <p:nvPr/>
          </p:nvSpPr>
          <p:spPr>
            <a:xfrm flipH="1">
              <a:off x="2597040" y="-622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9" name="Google Shape;416;p39"/>
            <p:cNvSpPr/>
            <p:nvPr/>
          </p:nvSpPr>
          <p:spPr>
            <a:xfrm flipH="1">
              <a:off x="1259280" y="2651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0" name="Google Shape;417;p39"/>
            <p:cNvSpPr/>
            <p:nvPr/>
          </p:nvSpPr>
          <p:spPr>
            <a:xfrm flipH="1">
              <a:off x="2180160" y="-138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1" name="Google Shape;418;p39"/>
            <p:cNvSpPr/>
            <p:nvPr/>
          </p:nvSpPr>
          <p:spPr>
            <a:xfrm rot="10800000">
              <a:off x="1759320" y="40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2" name="Google Shape;419;p39"/>
            <p:cNvSpPr/>
            <p:nvPr/>
          </p:nvSpPr>
          <p:spPr>
            <a:xfrm rot="10800000">
              <a:off x="2368080" y="2651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3" name="Google Shape;420;p39"/>
            <p:cNvSpPr/>
            <p:nvPr/>
          </p:nvSpPr>
          <p:spPr>
            <a:xfrm rot="10800000">
              <a:off x="503640" y="35582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4" name="Google Shape;421;p39"/>
            <p:cNvSpPr/>
            <p:nvPr/>
          </p:nvSpPr>
          <p:spPr>
            <a:xfrm rot="10800000">
              <a:off x="1759320" y="4501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5" name="Google Shape;422;p39"/>
            <p:cNvSpPr/>
            <p:nvPr/>
          </p:nvSpPr>
          <p:spPr>
            <a:xfrm flipH="1">
              <a:off x="-126360" y="539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6" name="Google Shape;423;p39"/>
            <p:cNvSpPr/>
            <p:nvPr/>
          </p:nvSpPr>
          <p:spPr>
            <a:xfrm flipH="1">
              <a:off x="2754720" y="3194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3867120" y="457560"/>
            <a:ext cx="457164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Situação problema</a:t>
            </a:r>
            <a:endParaRPr lang="fr-FR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subTitle"/>
          </p:nvPr>
        </p:nvSpPr>
        <p:spPr>
          <a:xfrm>
            <a:off x="712079" y="2017004"/>
            <a:ext cx="8286777" cy="225079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DM Sans"/>
                <a:ea typeface="DM Sans"/>
              </a:rPr>
              <a:t>Atualmente, a taxa de evasão escolar entre alunos do 1º ano do ensino médio na região é alarmante, com um índice de 18,7%, sendo especialmente elevado após a pandemia. Análises preliminares sugerem que a evasão está relacionada a fatores socioeconômicos adversos e ao desengajamento com metodologias de ensino tradicionais, tornando essencial a coleta e a análise de dados para formular intervenções eficazes.</a:t>
            </a:r>
            <a:endParaRPr lang="en-US" sz="20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cxnSp>
        <p:nvCxnSpPr>
          <p:cNvPr id="337" name="Google Shape;424;p39"/>
          <p:cNvCxnSpPr/>
          <p:nvPr/>
        </p:nvCxnSpPr>
        <p:spPr>
          <a:xfrm>
            <a:off x="3967200" y="1655280"/>
            <a:ext cx="374040" cy="360"/>
          </a:xfrm>
          <a:prstGeom prst="straightConnector1">
            <a:avLst/>
          </a:prstGeom>
          <a:ln w="19050">
            <a:solidFill>
              <a:srgbClr val="384655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664;p50"/>
          <p:cNvSpPr/>
          <p:nvPr/>
        </p:nvSpPr>
        <p:spPr>
          <a:xfrm>
            <a:off x="7038340" y="0"/>
            <a:ext cx="2105660" cy="191250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1328450" y="-211200"/>
            <a:ext cx="4851340" cy="170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Demanda comunitária</a:t>
            </a:r>
            <a:endParaRPr lang="fr-FR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subTitle"/>
          </p:nvPr>
        </p:nvSpPr>
        <p:spPr>
          <a:xfrm>
            <a:off x="469900" y="1912500"/>
            <a:ext cx="8280400" cy="285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DM Sans"/>
                <a:ea typeface="DM Sans"/>
              </a:rPr>
              <a:t>A comunidade escolar expressou a necessidade de intervenções baseadas em dados com o intuito de mitigar a evasão escolar. Há uma lacuna significativa na literatura sobre estratégias que possam reengajar adolescentes, especialmente em um contexto pós-pandemia. Além disso, existe uma urgência na criação de modelos preditivos que ajudem a identificar alunos em risco de abandono escolar.</a:t>
            </a:r>
            <a:endParaRPr lang="en-US" sz="2000" b="0" strike="noStrike" spc="-1" dirty="0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714240" y="2381400"/>
            <a:ext cx="43430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1" strike="noStrike" spc="-1">
                <a:solidFill>
                  <a:schemeClr val="dk1"/>
                </a:solidFill>
                <a:latin typeface="Outfit"/>
                <a:ea typeface="Outfit"/>
              </a:rPr>
              <a:t>Objetivos</a:t>
            </a:r>
            <a:endParaRPr lang="fr-FR" sz="5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title"/>
          </p:nvPr>
        </p:nvSpPr>
        <p:spPr>
          <a:xfrm>
            <a:off x="714240" y="1467000"/>
            <a:ext cx="126648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1" strike="noStrike" spc="-1">
                <a:solidFill>
                  <a:schemeClr val="dk1"/>
                </a:solidFill>
                <a:latin typeface="Outfit"/>
                <a:ea typeface="Outfit"/>
              </a:rPr>
              <a:t>02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344" name="Google Shape;432;p40"/>
          <p:cNvGrpSpPr/>
          <p:nvPr/>
        </p:nvGrpSpPr>
        <p:grpSpPr>
          <a:xfrm>
            <a:off x="5104800" y="-153360"/>
            <a:ext cx="4218480" cy="6000480"/>
            <a:chOff x="5104800" y="-153360"/>
            <a:chExt cx="4218480" cy="6000480"/>
          </a:xfrm>
        </p:grpSpPr>
        <p:sp>
          <p:nvSpPr>
            <p:cNvPr id="345" name="Google Shape;433;p40"/>
            <p:cNvSpPr/>
            <p:nvPr/>
          </p:nvSpPr>
          <p:spPr>
            <a:xfrm>
              <a:off x="7075080" y="2547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46" name="Google Shape;434;p40"/>
            <p:cNvSpPr/>
            <p:nvPr/>
          </p:nvSpPr>
          <p:spPr>
            <a:xfrm>
              <a:off x="7026120" y="-153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47" name="Google Shape;435;p40"/>
            <p:cNvSpPr/>
            <p:nvPr/>
          </p:nvSpPr>
          <p:spPr>
            <a:xfrm>
              <a:off x="6606720" y="3186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48" name="Google Shape;436;p40"/>
            <p:cNvSpPr/>
            <p:nvPr/>
          </p:nvSpPr>
          <p:spPr>
            <a:xfrm>
              <a:off x="6139080" y="13708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49" name="Google Shape;437;p40"/>
            <p:cNvSpPr/>
            <p:nvPr/>
          </p:nvSpPr>
          <p:spPr>
            <a:xfrm>
              <a:off x="5732280" y="8744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0" name="Google Shape;438;p40"/>
            <p:cNvSpPr/>
            <p:nvPr/>
          </p:nvSpPr>
          <p:spPr>
            <a:xfrm>
              <a:off x="7480800" y="990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1" name="Google Shape;439;p40"/>
            <p:cNvSpPr/>
            <p:nvPr/>
          </p:nvSpPr>
          <p:spPr>
            <a:xfrm>
              <a:off x="7075080" y="2075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2" name="Google Shape;440;p40"/>
            <p:cNvSpPr/>
            <p:nvPr/>
          </p:nvSpPr>
          <p:spPr>
            <a:xfrm>
              <a:off x="7962480" y="1404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3" name="Google Shape;441;p40"/>
            <p:cNvSpPr/>
            <p:nvPr/>
          </p:nvSpPr>
          <p:spPr>
            <a:xfrm rot="10800000" flipH="1">
              <a:off x="6035760" y="31255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4" name="Google Shape;442;p40"/>
            <p:cNvSpPr/>
            <p:nvPr/>
          </p:nvSpPr>
          <p:spPr>
            <a:xfrm rot="10800000" flipH="1">
              <a:off x="6354720" y="41025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5" name="Google Shape;443;p40"/>
            <p:cNvSpPr/>
            <p:nvPr/>
          </p:nvSpPr>
          <p:spPr>
            <a:xfrm rot="10800000" flipH="1">
              <a:off x="5731920" y="4879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6" name="Google Shape;444;p40"/>
            <p:cNvSpPr/>
            <p:nvPr/>
          </p:nvSpPr>
          <p:spPr>
            <a:xfrm rot="10800000" flipH="1">
              <a:off x="6682680" y="3515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7" name="Google Shape;445;p40"/>
            <p:cNvSpPr/>
            <p:nvPr/>
          </p:nvSpPr>
          <p:spPr>
            <a:xfrm rot="10800000" flipH="1">
              <a:off x="5104440" y="4434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8" name="Google Shape;446;p40"/>
            <p:cNvSpPr/>
            <p:nvPr/>
          </p:nvSpPr>
          <p:spPr>
            <a:xfrm>
              <a:off x="8484840" y="24382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9" name="Google Shape;447;p40"/>
            <p:cNvSpPr/>
            <p:nvPr/>
          </p:nvSpPr>
          <p:spPr>
            <a:xfrm>
              <a:off x="8038440" y="29214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0" name="Google Shape;448;p40"/>
            <p:cNvSpPr/>
            <p:nvPr/>
          </p:nvSpPr>
          <p:spPr>
            <a:xfrm rot="10800000" flipH="1">
              <a:off x="7853040" y="39625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1" name="Google Shape;449;p40"/>
            <p:cNvSpPr/>
            <p:nvPr/>
          </p:nvSpPr>
          <p:spPr>
            <a:xfrm rot="10800000" flipH="1">
              <a:off x="8260920" y="4434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cxnSp>
        <p:nvCxnSpPr>
          <p:cNvPr id="362" name="Google Shape;450;p40"/>
          <p:cNvCxnSpPr/>
          <p:nvPr/>
        </p:nvCxnSpPr>
        <p:spPr>
          <a:xfrm>
            <a:off x="840960" y="1385640"/>
            <a:ext cx="374040" cy="360"/>
          </a:xfrm>
          <a:prstGeom prst="straightConnector1">
            <a:avLst/>
          </a:prstGeom>
          <a:ln w="19050">
            <a:solidFill>
              <a:srgbClr val="384655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3309119" y="320560"/>
            <a:ext cx="5669781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Redução da evasão escolar</a:t>
            </a:r>
            <a:endParaRPr lang="fr-FR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subTitle"/>
          </p:nvPr>
        </p:nvSpPr>
        <p:spPr>
          <a:xfrm>
            <a:off x="3412079" y="1819619"/>
            <a:ext cx="5748840" cy="178884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DM Sans"/>
                <a:ea typeface="DM Sans"/>
              </a:rPr>
              <a:t>O principal objetivo é reduzir a taxa de evasão escolar em 30% ao longo dos próximos 12 meses. Essa meta será </a:t>
            </a:r>
            <a:r>
              <a:rPr lang="en" sz="2000" b="0" strike="noStrike" spc="-1" dirty="0" smtClean="0">
                <a:solidFill>
                  <a:schemeClr val="dk1"/>
                </a:solidFill>
                <a:latin typeface="DM Sans"/>
                <a:ea typeface="DM Sans"/>
              </a:rPr>
              <a:t>alcançadaatravés </a:t>
            </a:r>
            <a:r>
              <a:rPr lang="en" sz="2000" b="0" strike="noStrike" spc="-1" dirty="0">
                <a:solidFill>
                  <a:schemeClr val="dk1"/>
                </a:solidFill>
                <a:latin typeface="DM Sans"/>
                <a:ea typeface="DM Sans"/>
              </a:rPr>
              <a:t>da implementação de estratégias informadas por dados, que visem reengajar os alunos e oferecer suporte adicional conforme a necessidade.</a:t>
            </a:r>
            <a:endParaRPr lang="en-US" sz="20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365" name="Google Shape;406;p39"/>
          <p:cNvGrpSpPr/>
          <p:nvPr/>
        </p:nvGrpSpPr>
        <p:grpSpPr>
          <a:xfrm>
            <a:off x="-541800" y="-622440"/>
            <a:ext cx="4135320" cy="6091200"/>
            <a:chOff x="-541800" y="-622440"/>
            <a:chExt cx="4135320" cy="6091200"/>
          </a:xfrm>
        </p:grpSpPr>
        <p:sp>
          <p:nvSpPr>
            <p:cNvPr id="366" name="Google Shape;407;p39"/>
            <p:cNvSpPr/>
            <p:nvPr/>
          </p:nvSpPr>
          <p:spPr>
            <a:xfrm rot="10800000">
              <a:off x="84600" y="4042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7" name="Google Shape;408;p39"/>
            <p:cNvSpPr/>
            <p:nvPr/>
          </p:nvSpPr>
          <p:spPr>
            <a:xfrm rot="10800000">
              <a:off x="993960" y="4575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8" name="Google Shape;409;p39"/>
            <p:cNvSpPr/>
            <p:nvPr/>
          </p:nvSpPr>
          <p:spPr>
            <a:xfrm rot="10800000">
              <a:off x="204084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9" name="Google Shape;410;p39"/>
            <p:cNvSpPr/>
            <p:nvPr/>
          </p:nvSpPr>
          <p:spPr>
            <a:xfrm rot="10800000">
              <a:off x="-54180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0" name="Google Shape;411;p39"/>
            <p:cNvSpPr/>
            <p:nvPr/>
          </p:nvSpPr>
          <p:spPr>
            <a:xfrm flipH="1">
              <a:off x="992880" y="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1" name="Google Shape;412;p39"/>
            <p:cNvSpPr/>
            <p:nvPr/>
          </p:nvSpPr>
          <p:spPr>
            <a:xfrm flipH="1">
              <a:off x="712440" y="2275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2" name="Google Shape;413;p39"/>
            <p:cNvSpPr/>
            <p:nvPr/>
          </p:nvSpPr>
          <p:spPr>
            <a:xfrm flipH="1">
              <a:off x="420840" y="1778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3" name="Google Shape;414;p39"/>
            <p:cNvSpPr/>
            <p:nvPr/>
          </p:nvSpPr>
          <p:spPr>
            <a:xfrm flipH="1">
              <a:off x="1611000" y="1474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4" name="Google Shape;415;p39"/>
            <p:cNvSpPr/>
            <p:nvPr/>
          </p:nvSpPr>
          <p:spPr>
            <a:xfrm flipH="1">
              <a:off x="2597040" y="-622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5" name="Google Shape;416;p39"/>
            <p:cNvSpPr/>
            <p:nvPr/>
          </p:nvSpPr>
          <p:spPr>
            <a:xfrm flipH="1">
              <a:off x="1259280" y="2651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6" name="Google Shape;417;p39"/>
            <p:cNvSpPr/>
            <p:nvPr/>
          </p:nvSpPr>
          <p:spPr>
            <a:xfrm flipH="1">
              <a:off x="2180160" y="-138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7" name="Google Shape;418;p39"/>
            <p:cNvSpPr/>
            <p:nvPr/>
          </p:nvSpPr>
          <p:spPr>
            <a:xfrm rot="10800000">
              <a:off x="1759320" y="40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8" name="Google Shape;419;p39"/>
            <p:cNvSpPr/>
            <p:nvPr/>
          </p:nvSpPr>
          <p:spPr>
            <a:xfrm rot="10800000">
              <a:off x="2368080" y="2651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9" name="Google Shape;420;p39"/>
            <p:cNvSpPr/>
            <p:nvPr/>
          </p:nvSpPr>
          <p:spPr>
            <a:xfrm rot="10800000">
              <a:off x="503640" y="35582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0" name="Google Shape;421;p39"/>
            <p:cNvSpPr/>
            <p:nvPr/>
          </p:nvSpPr>
          <p:spPr>
            <a:xfrm rot="10800000">
              <a:off x="1759320" y="4501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1" name="Google Shape;422;p39"/>
            <p:cNvSpPr/>
            <p:nvPr/>
          </p:nvSpPr>
          <p:spPr>
            <a:xfrm flipH="1">
              <a:off x="-126360" y="539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2" name="Google Shape;423;p39"/>
            <p:cNvSpPr/>
            <p:nvPr/>
          </p:nvSpPr>
          <p:spPr>
            <a:xfrm flipH="1">
              <a:off x="2754720" y="3194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cxnSp>
        <p:nvCxnSpPr>
          <p:cNvPr id="383" name="Google Shape;424;p39"/>
          <p:cNvCxnSpPr/>
          <p:nvPr/>
        </p:nvCxnSpPr>
        <p:spPr>
          <a:xfrm>
            <a:off x="3967200" y="1655280"/>
            <a:ext cx="374040" cy="360"/>
          </a:xfrm>
          <a:prstGeom prst="straightConnector1">
            <a:avLst/>
          </a:prstGeom>
          <a:ln w="19050">
            <a:solidFill>
              <a:srgbClr val="384655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3227039" y="381780"/>
            <a:ext cx="4981539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Identificação de fatores de risco</a:t>
            </a:r>
            <a:endParaRPr lang="fr-FR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subTitle"/>
          </p:nvPr>
        </p:nvSpPr>
        <p:spPr>
          <a:xfrm>
            <a:off x="3510360" y="1778760"/>
            <a:ext cx="5436790" cy="226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DM Sans"/>
                <a:ea typeface="DM Sans"/>
              </a:rPr>
              <a:t>Identificar os cinco principais fatores de risco que contribuem para o abandono escolar é essencial. Este diagnóstico inicial permitirá focar intervenções em áreas que efetivamente impactam a taxa de evasão, garantindo um uso eficaz dos recursos disponíveis.</a:t>
            </a:r>
            <a:endParaRPr lang="en-US" sz="20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386" name="Google Shape;406;p39"/>
          <p:cNvGrpSpPr/>
          <p:nvPr/>
        </p:nvGrpSpPr>
        <p:grpSpPr>
          <a:xfrm>
            <a:off x="-541800" y="-622440"/>
            <a:ext cx="4135320" cy="6091200"/>
            <a:chOff x="-541800" y="-622440"/>
            <a:chExt cx="4135320" cy="6091200"/>
          </a:xfrm>
        </p:grpSpPr>
        <p:sp>
          <p:nvSpPr>
            <p:cNvPr id="387" name="Google Shape;407;p39"/>
            <p:cNvSpPr/>
            <p:nvPr/>
          </p:nvSpPr>
          <p:spPr>
            <a:xfrm rot="10800000">
              <a:off x="84600" y="4042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8" name="Google Shape;408;p39"/>
            <p:cNvSpPr/>
            <p:nvPr/>
          </p:nvSpPr>
          <p:spPr>
            <a:xfrm rot="10800000">
              <a:off x="993960" y="4575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9" name="Google Shape;409;p39"/>
            <p:cNvSpPr/>
            <p:nvPr/>
          </p:nvSpPr>
          <p:spPr>
            <a:xfrm rot="10800000">
              <a:off x="204084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0" name="Google Shape;410;p39"/>
            <p:cNvSpPr/>
            <p:nvPr/>
          </p:nvSpPr>
          <p:spPr>
            <a:xfrm rot="10800000">
              <a:off x="-54180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1" name="Google Shape;411;p39"/>
            <p:cNvSpPr/>
            <p:nvPr/>
          </p:nvSpPr>
          <p:spPr>
            <a:xfrm flipH="1">
              <a:off x="992880" y="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2" name="Google Shape;412;p39"/>
            <p:cNvSpPr/>
            <p:nvPr/>
          </p:nvSpPr>
          <p:spPr>
            <a:xfrm flipH="1">
              <a:off x="712440" y="2275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3" name="Google Shape;413;p39"/>
            <p:cNvSpPr/>
            <p:nvPr/>
          </p:nvSpPr>
          <p:spPr>
            <a:xfrm flipH="1">
              <a:off x="420840" y="1778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4" name="Google Shape;414;p39"/>
            <p:cNvSpPr/>
            <p:nvPr/>
          </p:nvSpPr>
          <p:spPr>
            <a:xfrm flipH="1">
              <a:off x="1611000" y="1474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5" name="Google Shape;415;p39"/>
            <p:cNvSpPr/>
            <p:nvPr/>
          </p:nvSpPr>
          <p:spPr>
            <a:xfrm flipH="1">
              <a:off x="2597040" y="-622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6" name="Google Shape;416;p39"/>
            <p:cNvSpPr/>
            <p:nvPr/>
          </p:nvSpPr>
          <p:spPr>
            <a:xfrm flipH="1">
              <a:off x="1259280" y="2651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7" name="Google Shape;417;p39"/>
            <p:cNvSpPr/>
            <p:nvPr/>
          </p:nvSpPr>
          <p:spPr>
            <a:xfrm flipH="1">
              <a:off x="2180160" y="-138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8" name="Google Shape;418;p39"/>
            <p:cNvSpPr/>
            <p:nvPr/>
          </p:nvSpPr>
          <p:spPr>
            <a:xfrm rot="10800000">
              <a:off x="1759320" y="40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9" name="Google Shape;419;p39"/>
            <p:cNvSpPr/>
            <p:nvPr/>
          </p:nvSpPr>
          <p:spPr>
            <a:xfrm rot="10800000">
              <a:off x="2368080" y="2651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0" name="Google Shape;420;p39"/>
            <p:cNvSpPr/>
            <p:nvPr/>
          </p:nvSpPr>
          <p:spPr>
            <a:xfrm rot="10800000">
              <a:off x="503640" y="35582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1" name="Google Shape;421;p39"/>
            <p:cNvSpPr/>
            <p:nvPr/>
          </p:nvSpPr>
          <p:spPr>
            <a:xfrm rot="10800000">
              <a:off x="1759320" y="4501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2" name="Google Shape;422;p39"/>
            <p:cNvSpPr/>
            <p:nvPr/>
          </p:nvSpPr>
          <p:spPr>
            <a:xfrm flipH="1">
              <a:off x="-126360" y="539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3" name="Google Shape;423;p39"/>
            <p:cNvSpPr/>
            <p:nvPr/>
          </p:nvSpPr>
          <p:spPr>
            <a:xfrm flipH="1">
              <a:off x="2754720" y="3194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cxnSp>
        <p:nvCxnSpPr>
          <p:cNvPr id="404" name="Google Shape;424;p39"/>
          <p:cNvCxnSpPr/>
          <p:nvPr/>
        </p:nvCxnSpPr>
        <p:spPr>
          <a:xfrm>
            <a:off x="3967200" y="1655280"/>
            <a:ext cx="374040" cy="360"/>
          </a:xfrm>
          <a:prstGeom prst="straightConnector1">
            <a:avLst/>
          </a:prstGeom>
          <a:ln w="19050">
            <a:solidFill>
              <a:srgbClr val="384655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664;p50"/>
          <p:cNvSpPr/>
          <p:nvPr/>
        </p:nvSpPr>
        <p:spPr>
          <a:xfrm>
            <a:off x="6019800" y="319680"/>
            <a:ext cx="2668440" cy="2890245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773030" y="-136510"/>
            <a:ext cx="4635440" cy="170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5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Desenvolvimento de sistema de alerta</a:t>
            </a:r>
            <a:endParaRPr lang="fr-FR" sz="35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subTitle"/>
          </p:nvPr>
        </p:nvSpPr>
        <p:spPr>
          <a:xfrm>
            <a:off x="390526" y="1764802"/>
            <a:ext cx="5629274" cy="24765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DM Sans"/>
                <a:ea typeface="DM Sans"/>
              </a:rPr>
              <a:t>Desenvolver um sistema de alerta precoce com uma precisão estipulada de pelo menos 85% é uma parte crucial da abordagem. Este sistema permitirá que professores e gestores identifiquem alunos em risco antes que a evasão ocorra, possibilitando intervenções proativas.</a:t>
            </a:r>
            <a:endParaRPr lang="en-US" sz="2000" b="0" strike="noStrike" spc="-1" dirty="0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714240" y="2381400"/>
            <a:ext cx="43430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1" strike="noStrike" spc="-1">
                <a:solidFill>
                  <a:schemeClr val="dk1"/>
                </a:solidFill>
                <a:latin typeface="Outfit"/>
                <a:ea typeface="Outfit"/>
              </a:rPr>
              <a:t>Planejamento</a:t>
            </a:r>
            <a:endParaRPr lang="fr-FR" sz="5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 type="title"/>
          </p:nvPr>
        </p:nvSpPr>
        <p:spPr>
          <a:xfrm>
            <a:off x="714240" y="1467000"/>
            <a:ext cx="126648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1" strike="noStrike" spc="-1">
                <a:solidFill>
                  <a:schemeClr val="dk1"/>
                </a:solidFill>
                <a:latin typeface="Outfit"/>
                <a:ea typeface="Outfit"/>
              </a:rPr>
              <a:t>03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ubTitle"/>
          </p:nvPr>
        </p:nvSpPr>
        <p:spPr>
          <a:xfrm>
            <a:off x="714240" y="3295800"/>
            <a:ext cx="434304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678" lnSpcReduction="10000"/>
          </a:bodyPr>
          <a:lstStyle/>
          <a:p>
            <a:pPr indent="0" algn="ctr">
              <a:buNone/>
            </a:pPr>
            <a:endParaRPr lang="en-US" sz="1600" b="0" strike="noStrike" spc="-1">
              <a:solidFill>
                <a:schemeClr val="dk1"/>
              </a:solidFill>
              <a:latin typeface="DM Sans"/>
              <a:ea typeface="DM Sans"/>
            </a:endParaRPr>
          </a:p>
        </p:txBody>
      </p:sp>
      <p:grpSp>
        <p:nvGrpSpPr>
          <p:cNvPr id="411" name="Google Shape;432;p40"/>
          <p:cNvGrpSpPr/>
          <p:nvPr/>
        </p:nvGrpSpPr>
        <p:grpSpPr>
          <a:xfrm>
            <a:off x="5104800" y="-153360"/>
            <a:ext cx="4218480" cy="6000480"/>
            <a:chOff x="5104800" y="-153360"/>
            <a:chExt cx="4218480" cy="6000480"/>
          </a:xfrm>
        </p:grpSpPr>
        <p:sp>
          <p:nvSpPr>
            <p:cNvPr id="412" name="Google Shape;433;p40"/>
            <p:cNvSpPr/>
            <p:nvPr/>
          </p:nvSpPr>
          <p:spPr>
            <a:xfrm>
              <a:off x="7075080" y="2547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3" name="Google Shape;434;p40"/>
            <p:cNvSpPr/>
            <p:nvPr/>
          </p:nvSpPr>
          <p:spPr>
            <a:xfrm>
              <a:off x="7026120" y="-153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4" name="Google Shape;435;p40"/>
            <p:cNvSpPr/>
            <p:nvPr/>
          </p:nvSpPr>
          <p:spPr>
            <a:xfrm>
              <a:off x="6606720" y="3186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5" name="Google Shape;436;p40"/>
            <p:cNvSpPr/>
            <p:nvPr/>
          </p:nvSpPr>
          <p:spPr>
            <a:xfrm>
              <a:off x="6139080" y="13708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6" name="Google Shape;437;p40"/>
            <p:cNvSpPr/>
            <p:nvPr/>
          </p:nvSpPr>
          <p:spPr>
            <a:xfrm>
              <a:off x="5732280" y="8744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7" name="Google Shape;438;p40"/>
            <p:cNvSpPr/>
            <p:nvPr/>
          </p:nvSpPr>
          <p:spPr>
            <a:xfrm>
              <a:off x="7480800" y="990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8" name="Google Shape;439;p40"/>
            <p:cNvSpPr/>
            <p:nvPr/>
          </p:nvSpPr>
          <p:spPr>
            <a:xfrm>
              <a:off x="7075080" y="2075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9" name="Google Shape;440;p40"/>
            <p:cNvSpPr/>
            <p:nvPr/>
          </p:nvSpPr>
          <p:spPr>
            <a:xfrm>
              <a:off x="7962480" y="1404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0" name="Google Shape;441;p40"/>
            <p:cNvSpPr/>
            <p:nvPr/>
          </p:nvSpPr>
          <p:spPr>
            <a:xfrm rot="10800000" flipH="1">
              <a:off x="6035760" y="31255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1" name="Google Shape;442;p40"/>
            <p:cNvSpPr/>
            <p:nvPr/>
          </p:nvSpPr>
          <p:spPr>
            <a:xfrm rot="10800000" flipH="1">
              <a:off x="6354720" y="41025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2" name="Google Shape;443;p40"/>
            <p:cNvSpPr/>
            <p:nvPr/>
          </p:nvSpPr>
          <p:spPr>
            <a:xfrm rot="10800000" flipH="1">
              <a:off x="5731920" y="4879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3" name="Google Shape;444;p40"/>
            <p:cNvSpPr/>
            <p:nvPr/>
          </p:nvSpPr>
          <p:spPr>
            <a:xfrm rot="10800000" flipH="1">
              <a:off x="6682680" y="3515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4" name="Google Shape;445;p40"/>
            <p:cNvSpPr/>
            <p:nvPr/>
          </p:nvSpPr>
          <p:spPr>
            <a:xfrm rot="10800000" flipH="1">
              <a:off x="5104440" y="4434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5" name="Google Shape;446;p40"/>
            <p:cNvSpPr/>
            <p:nvPr/>
          </p:nvSpPr>
          <p:spPr>
            <a:xfrm>
              <a:off x="8484840" y="24382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6" name="Google Shape;447;p40"/>
            <p:cNvSpPr/>
            <p:nvPr/>
          </p:nvSpPr>
          <p:spPr>
            <a:xfrm>
              <a:off x="8038440" y="29214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7" name="Google Shape;448;p40"/>
            <p:cNvSpPr/>
            <p:nvPr/>
          </p:nvSpPr>
          <p:spPr>
            <a:xfrm rot="10800000" flipH="1">
              <a:off x="7853040" y="39625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8" name="Google Shape;449;p40"/>
            <p:cNvSpPr/>
            <p:nvPr/>
          </p:nvSpPr>
          <p:spPr>
            <a:xfrm rot="10800000" flipH="1">
              <a:off x="8260920" y="4434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cxnSp>
        <p:nvCxnSpPr>
          <p:cNvPr id="429" name="Google Shape;450;p40"/>
          <p:cNvCxnSpPr/>
          <p:nvPr/>
        </p:nvCxnSpPr>
        <p:spPr>
          <a:xfrm>
            <a:off x="840960" y="1385640"/>
            <a:ext cx="374040" cy="360"/>
          </a:xfrm>
          <a:prstGeom prst="straightConnector1">
            <a:avLst/>
          </a:prstGeom>
          <a:ln w="19050">
            <a:solidFill>
              <a:srgbClr val="384655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1625092" y="0"/>
            <a:ext cx="5432295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Cronograma de atividades</a:t>
            </a:r>
            <a:endParaRPr lang="fr-FR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 type="subTitle"/>
          </p:nvPr>
        </p:nvSpPr>
        <p:spPr>
          <a:xfrm>
            <a:off x="711200" y="1767269"/>
            <a:ext cx="8235950" cy="1208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DM Sans"/>
                <a:ea typeface="DM Sans"/>
              </a:rPr>
              <a:t>O cronograma detalha as atividades essenciais ao longo de seis meses, incluindo períodos de coleta de dados, análise, modelagem preditiva, implementação de intervenções e avaliação de resultados. As atividades são divididas da seguinte forma</a:t>
            </a:r>
            <a:r>
              <a:rPr lang="en" sz="2000" b="0" strike="noStrike" spc="-1" dirty="0" smtClean="0">
                <a:solidFill>
                  <a:schemeClr val="dk1"/>
                </a:solidFill>
                <a:latin typeface="DM Sans"/>
                <a:ea typeface="DM Sans"/>
              </a:rPr>
              <a:t>: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 smtClean="0">
                <a:solidFill>
                  <a:schemeClr val="dk1"/>
                </a:solidFill>
                <a:latin typeface="DM Sans"/>
                <a:ea typeface="DM Sans"/>
              </a:rPr>
              <a:t>Coleta </a:t>
            </a:r>
            <a:r>
              <a:rPr lang="en" sz="2000" b="0" strike="noStrike" spc="-1" dirty="0">
                <a:solidFill>
                  <a:schemeClr val="dk1"/>
                </a:solidFill>
                <a:latin typeface="DM Sans"/>
                <a:ea typeface="DM Sans"/>
              </a:rPr>
              <a:t>de dados nos meses 1 e 2; Análise exploratória nos meses 2 e 3; Modelagem preditiva nos meses 3 e 4; Implementação das intervenções nos meses 4, 5 e 6; Avaliação de resultados no final do mês 6.</a:t>
            </a:r>
            <a:endParaRPr lang="en-US" sz="20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cxnSp>
        <p:nvCxnSpPr>
          <p:cNvPr id="450" name="Google Shape;424;p39"/>
          <p:cNvCxnSpPr/>
          <p:nvPr/>
        </p:nvCxnSpPr>
        <p:spPr>
          <a:xfrm>
            <a:off x="3967200" y="1655280"/>
            <a:ext cx="374040" cy="360"/>
          </a:xfrm>
          <a:prstGeom prst="straightConnector1">
            <a:avLst/>
          </a:prstGeom>
          <a:ln w="19050">
            <a:solidFill>
              <a:srgbClr val="384655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2132222" y="0"/>
            <a:ext cx="457164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Metodologia de coleta</a:t>
            </a:r>
            <a:endParaRPr lang="fr-FR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 type="subTitle"/>
          </p:nvPr>
        </p:nvSpPr>
        <p:spPr>
          <a:xfrm>
            <a:off x="430925" y="1372320"/>
            <a:ext cx="8481848" cy="312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DM Sans"/>
                <a:ea typeface="DM Sans"/>
              </a:rPr>
              <a:t>A metodologia de coleta de dados é abrangente, incluindo dados secundários como matrículas, frequência e notas das escolas parceiras. Serão realizadas pesquisas com 500 alunos, utilizando questionários que abordam motivação e situações familiares. Além disso, serão conduzidas entrevistas com 30 professores e gestores, para aprofundar a compreensão do ambiente escolar e suas dinâmicas.</a:t>
            </a:r>
            <a:endParaRPr lang="en-US" sz="2000" b="0" strike="noStrike" spc="-1" dirty="0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664;p50"/>
          <p:cNvSpPr/>
          <p:nvPr/>
        </p:nvSpPr>
        <p:spPr>
          <a:xfrm>
            <a:off x="7378262" y="0"/>
            <a:ext cx="1692166" cy="1558258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210207" y="557047"/>
            <a:ext cx="5854261" cy="9849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5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Avaliação de resultados</a:t>
            </a:r>
            <a:endParaRPr lang="fr-FR" sz="35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subTitle"/>
          </p:nvPr>
        </p:nvSpPr>
        <p:spPr>
          <a:xfrm>
            <a:off x="608346" y="2162782"/>
            <a:ext cx="8377999" cy="222003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DM Sans"/>
                <a:ea typeface="DM Sans"/>
              </a:rPr>
              <a:t>A avaliação dos resultados será realizada com base em indicadores de desempenho, como a taxa de evasão mensal, que deverá ser reduzida em 2% ao mês. Também haverá monitoramento da precisão do modelo preditivo, com uma meta de precisão superior a 85%. O nível de engajamento nas intervenções será avaliado, com uma expectativa de 70% de participação dos alunos, garantindo um feedback contínuo sobre a eficácia das ações.</a:t>
            </a:r>
            <a:endParaRPr lang="en-US" sz="2000" b="0" strike="noStrike" spc="-1" dirty="0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1461420" y="1982007"/>
            <a:ext cx="43430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Análise de Dados</a:t>
            </a:r>
            <a:endParaRPr lang="fr-FR" sz="5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 type="title"/>
          </p:nvPr>
        </p:nvSpPr>
        <p:spPr>
          <a:xfrm>
            <a:off x="588116" y="668214"/>
            <a:ext cx="126648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04</a:t>
            </a:r>
            <a:endParaRPr lang="fr-FR" sz="6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ubTitle"/>
          </p:nvPr>
        </p:nvSpPr>
        <p:spPr>
          <a:xfrm>
            <a:off x="714240" y="3295800"/>
            <a:ext cx="434304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678" lnSpcReduction="10000"/>
          </a:bodyPr>
          <a:lstStyle/>
          <a:p>
            <a:pPr indent="0" algn="ctr">
              <a:buNone/>
            </a:pPr>
            <a:endParaRPr lang="en-US" sz="1600" b="0" strike="noStrike" spc="-1">
              <a:solidFill>
                <a:schemeClr val="dk1"/>
              </a:solidFill>
              <a:latin typeface="DM Sans"/>
              <a:ea typeface="DM Sans"/>
            </a:endParaRPr>
          </a:p>
        </p:txBody>
      </p:sp>
      <p:grpSp>
        <p:nvGrpSpPr>
          <p:cNvPr id="478" name="Google Shape;432;p40"/>
          <p:cNvGrpSpPr/>
          <p:nvPr/>
        </p:nvGrpSpPr>
        <p:grpSpPr>
          <a:xfrm>
            <a:off x="5104800" y="-153360"/>
            <a:ext cx="4218480" cy="6000480"/>
            <a:chOff x="5104800" y="-153360"/>
            <a:chExt cx="4218480" cy="6000480"/>
          </a:xfrm>
        </p:grpSpPr>
        <p:sp>
          <p:nvSpPr>
            <p:cNvPr id="479" name="Google Shape;433;p40"/>
            <p:cNvSpPr/>
            <p:nvPr/>
          </p:nvSpPr>
          <p:spPr>
            <a:xfrm>
              <a:off x="7075080" y="2547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0" name="Google Shape;434;p40"/>
            <p:cNvSpPr/>
            <p:nvPr/>
          </p:nvSpPr>
          <p:spPr>
            <a:xfrm>
              <a:off x="7026120" y="-153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1" name="Google Shape;435;p40"/>
            <p:cNvSpPr/>
            <p:nvPr/>
          </p:nvSpPr>
          <p:spPr>
            <a:xfrm>
              <a:off x="6606720" y="3186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2" name="Google Shape;436;p40"/>
            <p:cNvSpPr/>
            <p:nvPr/>
          </p:nvSpPr>
          <p:spPr>
            <a:xfrm>
              <a:off x="6139080" y="13708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3" name="Google Shape;437;p40"/>
            <p:cNvSpPr/>
            <p:nvPr/>
          </p:nvSpPr>
          <p:spPr>
            <a:xfrm>
              <a:off x="5732280" y="8744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4" name="Google Shape;438;p40"/>
            <p:cNvSpPr/>
            <p:nvPr/>
          </p:nvSpPr>
          <p:spPr>
            <a:xfrm>
              <a:off x="7480800" y="990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5" name="Google Shape;439;p40"/>
            <p:cNvSpPr/>
            <p:nvPr/>
          </p:nvSpPr>
          <p:spPr>
            <a:xfrm>
              <a:off x="7075080" y="2075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6" name="Google Shape;440;p40"/>
            <p:cNvSpPr/>
            <p:nvPr/>
          </p:nvSpPr>
          <p:spPr>
            <a:xfrm>
              <a:off x="7962480" y="1404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7" name="Google Shape;441;p40"/>
            <p:cNvSpPr/>
            <p:nvPr/>
          </p:nvSpPr>
          <p:spPr>
            <a:xfrm rot="10800000" flipH="1">
              <a:off x="6035760" y="31255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8" name="Google Shape;442;p40"/>
            <p:cNvSpPr/>
            <p:nvPr/>
          </p:nvSpPr>
          <p:spPr>
            <a:xfrm rot="10800000" flipH="1">
              <a:off x="6354720" y="41025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9" name="Google Shape;443;p40"/>
            <p:cNvSpPr/>
            <p:nvPr/>
          </p:nvSpPr>
          <p:spPr>
            <a:xfrm rot="10800000" flipH="1">
              <a:off x="5731920" y="4879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0" name="Google Shape;444;p40"/>
            <p:cNvSpPr/>
            <p:nvPr/>
          </p:nvSpPr>
          <p:spPr>
            <a:xfrm rot="10800000" flipH="1">
              <a:off x="6682680" y="3515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1" name="Google Shape;445;p40"/>
            <p:cNvSpPr/>
            <p:nvPr/>
          </p:nvSpPr>
          <p:spPr>
            <a:xfrm rot="10800000" flipH="1">
              <a:off x="5104440" y="4434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2" name="Google Shape;446;p40"/>
            <p:cNvSpPr/>
            <p:nvPr/>
          </p:nvSpPr>
          <p:spPr>
            <a:xfrm>
              <a:off x="8484840" y="24382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3" name="Google Shape;447;p40"/>
            <p:cNvSpPr/>
            <p:nvPr/>
          </p:nvSpPr>
          <p:spPr>
            <a:xfrm>
              <a:off x="8038440" y="29214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4" name="Google Shape;448;p40"/>
            <p:cNvSpPr/>
            <p:nvPr/>
          </p:nvSpPr>
          <p:spPr>
            <a:xfrm rot="10800000" flipH="1">
              <a:off x="7853040" y="39625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5" name="Google Shape;449;p40"/>
            <p:cNvSpPr/>
            <p:nvPr/>
          </p:nvSpPr>
          <p:spPr>
            <a:xfrm rot="10800000" flipH="1">
              <a:off x="8260920" y="4434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3593160" y="258167"/>
            <a:ext cx="457164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Coleta e tipo de dados</a:t>
            </a:r>
            <a:endParaRPr lang="fr-FR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 type="subTitle"/>
          </p:nvPr>
        </p:nvSpPr>
        <p:spPr>
          <a:xfrm>
            <a:off x="3309119" y="1507320"/>
            <a:ext cx="5129641" cy="197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DM Sans"/>
                <a:ea typeface="DM Sans"/>
              </a:rPr>
              <a:t>A coleta de dados incluirá informações quantitativas e qualitativas. Dados quantitativos serão extraídos de registros escolares, incluindo taxas de matrícula e frequência, enquanto os dados qualitativos serão obtidos através de entrevistas e questionários. Será importante garantir a integridade e a representatividade dos dados coletados para fornecer uma análise robusta.</a:t>
            </a:r>
            <a:endParaRPr lang="en-US" sz="20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499" name="Google Shape;406;p39"/>
          <p:cNvGrpSpPr/>
          <p:nvPr/>
        </p:nvGrpSpPr>
        <p:grpSpPr>
          <a:xfrm>
            <a:off x="-541800" y="-622440"/>
            <a:ext cx="4135320" cy="6091200"/>
            <a:chOff x="-541800" y="-622440"/>
            <a:chExt cx="4135320" cy="6091200"/>
          </a:xfrm>
        </p:grpSpPr>
        <p:sp>
          <p:nvSpPr>
            <p:cNvPr id="500" name="Google Shape;407;p39"/>
            <p:cNvSpPr/>
            <p:nvPr/>
          </p:nvSpPr>
          <p:spPr>
            <a:xfrm rot="10800000">
              <a:off x="84600" y="4042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1" name="Google Shape;408;p39"/>
            <p:cNvSpPr/>
            <p:nvPr/>
          </p:nvSpPr>
          <p:spPr>
            <a:xfrm rot="10800000">
              <a:off x="993960" y="4575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2" name="Google Shape;409;p39"/>
            <p:cNvSpPr/>
            <p:nvPr/>
          </p:nvSpPr>
          <p:spPr>
            <a:xfrm rot="10800000">
              <a:off x="204084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3" name="Google Shape;410;p39"/>
            <p:cNvSpPr/>
            <p:nvPr/>
          </p:nvSpPr>
          <p:spPr>
            <a:xfrm rot="10800000">
              <a:off x="-54180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4" name="Google Shape;411;p39"/>
            <p:cNvSpPr/>
            <p:nvPr/>
          </p:nvSpPr>
          <p:spPr>
            <a:xfrm flipH="1">
              <a:off x="992880" y="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5" name="Google Shape;412;p39"/>
            <p:cNvSpPr/>
            <p:nvPr/>
          </p:nvSpPr>
          <p:spPr>
            <a:xfrm flipH="1">
              <a:off x="712440" y="2275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6" name="Google Shape;413;p39"/>
            <p:cNvSpPr/>
            <p:nvPr/>
          </p:nvSpPr>
          <p:spPr>
            <a:xfrm flipH="1">
              <a:off x="420840" y="1778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7" name="Google Shape;414;p39"/>
            <p:cNvSpPr/>
            <p:nvPr/>
          </p:nvSpPr>
          <p:spPr>
            <a:xfrm flipH="1">
              <a:off x="1611000" y="1474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8" name="Google Shape;415;p39"/>
            <p:cNvSpPr/>
            <p:nvPr/>
          </p:nvSpPr>
          <p:spPr>
            <a:xfrm flipH="1">
              <a:off x="2597040" y="-622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9" name="Google Shape;416;p39"/>
            <p:cNvSpPr/>
            <p:nvPr/>
          </p:nvSpPr>
          <p:spPr>
            <a:xfrm flipH="1">
              <a:off x="1259280" y="2651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0" name="Google Shape;417;p39"/>
            <p:cNvSpPr/>
            <p:nvPr/>
          </p:nvSpPr>
          <p:spPr>
            <a:xfrm flipH="1">
              <a:off x="2180160" y="-138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1" name="Google Shape;418;p39"/>
            <p:cNvSpPr/>
            <p:nvPr/>
          </p:nvSpPr>
          <p:spPr>
            <a:xfrm rot="10800000">
              <a:off x="1759320" y="40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2" name="Google Shape;419;p39"/>
            <p:cNvSpPr/>
            <p:nvPr/>
          </p:nvSpPr>
          <p:spPr>
            <a:xfrm rot="10800000">
              <a:off x="2368080" y="2651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3" name="Google Shape;420;p39"/>
            <p:cNvSpPr/>
            <p:nvPr/>
          </p:nvSpPr>
          <p:spPr>
            <a:xfrm rot="10800000">
              <a:off x="503640" y="35582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4" name="Google Shape;421;p39"/>
            <p:cNvSpPr/>
            <p:nvPr/>
          </p:nvSpPr>
          <p:spPr>
            <a:xfrm rot="10800000">
              <a:off x="1759320" y="4501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5" name="Google Shape;422;p39"/>
            <p:cNvSpPr/>
            <p:nvPr/>
          </p:nvSpPr>
          <p:spPr>
            <a:xfrm flipH="1">
              <a:off x="-126360" y="539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6" name="Google Shape;423;p39"/>
            <p:cNvSpPr/>
            <p:nvPr/>
          </p:nvSpPr>
          <p:spPr>
            <a:xfrm flipH="1">
              <a:off x="2754720" y="3194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664;p50"/>
          <p:cNvSpPr/>
          <p:nvPr/>
        </p:nvSpPr>
        <p:spPr>
          <a:xfrm>
            <a:off x="5826273" y="767160"/>
            <a:ext cx="3108960" cy="310896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462456" y="404797"/>
            <a:ext cx="4922383" cy="131080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5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Técnicas de análise estatística</a:t>
            </a:r>
            <a:endParaRPr lang="fr-FR" sz="35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 type="subTitle"/>
          </p:nvPr>
        </p:nvSpPr>
        <p:spPr>
          <a:xfrm>
            <a:off x="723959" y="1715603"/>
            <a:ext cx="4829116" cy="258969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500" b="0" strike="noStrike" spc="-1" dirty="0">
                <a:solidFill>
                  <a:schemeClr val="dk1"/>
                </a:solidFill>
                <a:latin typeface="DM Sans"/>
                <a:ea typeface="DM Sans"/>
              </a:rPr>
              <a:t>As técnicas de análise incluirão estatística descritiva, como médias e distribuições, além de testes de hipóteses, incluindo qui-quadrado e t-test. Modelos de machine learning, como regressão logística e random forest, serão utilizados para entender relações complexas nos dados. Análise de cluster será aplicada para segmentar alunos em grupos que compartilham características semelhantes, auxiliando na personalização das intervenções.</a:t>
            </a:r>
            <a:endParaRPr lang="en-US" sz="1500" b="0" strike="noStrike" spc="-1" dirty="0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3593160" y="222120"/>
            <a:ext cx="527688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Ferramentas utilizadas</a:t>
            </a:r>
            <a:endParaRPr lang="fr-FR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522" name="PlaceHolder 2"/>
          <p:cNvSpPr>
            <a:spLocks noGrp="1"/>
          </p:cNvSpPr>
          <p:nvPr>
            <p:ph type="subTitle"/>
          </p:nvPr>
        </p:nvSpPr>
        <p:spPr>
          <a:xfrm>
            <a:off x="3475439" y="1778760"/>
            <a:ext cx="5394601" cy="2747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DM Sans"/>
                <a:ea typeface="DM Sans"/>
              </a:rPr>
              <a:t>As ferramentas de análise de dados incluem Python, utilizando bibliotecas como Pandas para manipulação de dados e Scikit-learn para a modelagem preditiva. Power BI será empregado para visualização de dados e relatórios de progresso. Google Forms será utilizado para a coleta de dados através de questionários, facilitando a operação em larga escala.</a:t>
            </a:r>
            <a:endParaRPr lang="en-US" sz="20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523" name="Google Shape;406;p39"/>
          <p:cNvGrpSpPr/>
          <p:nvPr/>
        </p:nvGrpSpPr>
        <p:grpSpPr>
          <a:xfrm>
            <a:off x="-541800" y="-622440"/>
            <a:ext cx="4135320" cy="6091200"/>
            <a:chOff x="-541800" y="-622440"/>
            <a:chExt cx="4135320" cy="6091200"/>
          </a:xfrm>
        </p:grpSpPr>
        <p:sp>
          <p:nvSpPr>
            <p:cNvPr id="524" name="Google Shape;407;p39"/>
            <p:cNvSpPr/>
            <p:nvPr/>
          </p:nvSpPr>
          <p:spPr>
            <a:xfrm rot="10800000">
              <a:off x="84600" y="4042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5" name="Google Shape;408;p39"/>
            <p:cNvSpPr/>
            <p:nvPr/>
          </p:nvSpPr>
          <p:spPr>
            <a:xfrm rot="10800000">
              <a:off x="993960" y="4575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6" name="Google Shape;409;p39"/>
            <p:cNvSpPr/>
            <p:nvPr/>
          </p:nvSpPr>
          <p:spPr>
            <a:xfrm rot="10800000">
              <a:off x="204084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7" name="Google Shape;410;p39"/>
            <p:cNvSpPr/>
            <p:nvPr/>
          </p:nvSpPr>
          <p:spPr>
            <a:xfrm rot="10800000">
              <a:off x="-54180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8" name="Google Shape;411;p39"/>
            <p:cNvSpPr/>
            <p:nvPr/>
          </p:nvSpPr>
          <p:spPr>
            <a:xfrm flipH="1">
              <a:off x="992880" y="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9" name="Google Shape;412;p39"/>
            <p:cNvSpPr/>
            <p:nvPr/>
          </p:nvSpPr>
          <p:spPr>
            <a:xfrm flipH="1">
              <a:off x="712440" y="2275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0" name="Google Shape;413;p39"/>
            <p:cNvSpPr/>
            <p:nvPr/>
          </p:nvSpPr>
          <p:spPr>
            <a:xfrm flipH="1">
              <a:off x="420840" y="1778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1" name="Google Shape;414;p39"/>
            <p:cNvSpPr/>
            <p:nvPr/>
          </p:nvSpPr>
          <p:spPr>
            <a:xfrm flipH="1">
              <a:off x="1611000" y="1474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2" name="Google Shape;415;p39"/>
            <p:cNvSpPr/>
            <p:nvPr/>
          </p:nvSpPr>
          <p:spPr>
            <a:xfrm flipH="1">
              <a:off x="2597040" y="-622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3" name="Google Shape;416;p39"/>
            <p:cNvSpPr/>
            <p:nvPr/>
          </p:nvSpPr>
          <p:spPr>
            <a:xfrm flipH="1">
              <a:off x="1259280" y="2651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4" name="Google Shape;417;p39"/>
            <p:cNvSpPr/>
            <p:nvPr/>
          </p:nvSpPr>
          <p:spPr>
            <a:xfrm flipH="1">
              <a:off x="2180160" y="-138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5" name="Google Shape;418;p39"/>
            <p:cNvSpPr/>
            <p:nvPr/>
          </p:nvSpPr>
          <p:spPr>
            <a:xfrm rot="10800000">
              <a:off x="1759320" y="40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6" name="Google Shape;419;p39"/>
            <p:cNvSpPr/>
            <p:nvPr/>
          </p:nvSpPr>
          <p:spPr>
            <a:xfrm rot="10800000">
              <a:off x="2368080" y="2651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7" name="Google Shape;420;p39"/>
            <p:cNvSpPr/>
            <p:nvPr/>
          </p:nvSpPr>
          <p:spPr>
            <a:xfrm rot="10800000">
              <a:off x="503640" y="35582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8" name="Google Shape;421;p39"/>
            <p:cNvSpPr/>
            <p:nvPr/>
          </p:nvSpPr>
          <p:spPr>
            <a:xfrm rot="10800000">
              <a:off x="1759320" y="4501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9" name="Google Shape;422;p39"/>
            <p:cNvSpPr/>
            <p:nvPr/>
          </p:nvSpPr>
          <p:spPr>
            <a:xfrm flipH="1">
              <a:off x="-126360" y="539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0" name="Google Shape;423;p39"/>
            <p:cNvSpPr/>
            <p:nvPr/>
          </p:nvSpPr>
          <p:spPr>
            <a:xfrm flipH="1">
              <a:off x="2754720" y="3194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714240" y="2381400"/>
            <a:ext cx="43430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Indicadores de Desempenho</a:t>
            </a:r>
            <a:endParaRPr lang="fr-FR" sz="5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543" name="PlaceHolder 2"/>
          <p:cNvSpPr>
            <a:spLocks noGrp="1"/>
          </p:cNvSpPr>
          <p:nvPr>
            <p:ph type="title"/>
          </p:nvPr>
        </p:nvSpPr>
        <p:spPr>
          <a:xfrm>
            <a:off x="394740" y="318600"/>
            <a:ext cx="126648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05</a:t>
            </a:r>
            <a:endParaRPr lang="fr-FR" sz="6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ubTitle"/>
          </p:nvPr>
        </p:nvSpPr>
        <p:spPr>
          <a:xfrm>
            <a:off x="714240" y="3295800"/>
            <a:ext cx="434304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678" lnSpcReduction="10000"/>
          </a:bodyPr>
          <a:lstStyle/>
          <a:p>
            <a:pPr indent="0" algn="ctr">
              <a:buNone/>
            </a:pPr>
            <a:endParaRPr lang="en-US" sz="1600" b="0" strike="noStrike" spc="-1">
              <a:solidFill>
                <a:schemeClr val="dk1"/>
              </a:solidFill>
              <a:latin typeface="DM Sans"/>
              <a:ea typeface="DM Sans"/>
            </a:endParaRPr>
          </a:p>
        </p:txBody>
      </p:sp>
      <p:grpSp>
        <p:nvGrpSpPr>
          <p:cNvPr id="545" name="Google Shape;432;p40"/>
          <p:cNvGrpSpPr/>
          <p:nvPr/>
        </p:nvGrpSpPr>
        <p:grpSpPr>
          <a:xfrm>
            <a:off x="5104800" y="-153360"/>
            <a:ext cx="4218480" cy="6000480"/>
            <a:chOff x="5104800" y="-153360"/>
            <a:chExt cx="4218480" cy="6000480"/>
          </a:xfrm>
        </p:grpSpPr>
        <p:sp>
          <p:nvSpPr>
            <p:cNvPr id="546" name="Google Shape;433;p40"/>
            <p:cNvSpPr/>
            <p:nvPr/>
          </p:nvSpPr>
          <p:spPr>
            <a:xfrm>
              <a:off x="7075080" y="2547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7" name="Google Shape;434;p40"/>
            <p:cNvSpPr/>
            <p:nvPr/>
          </p:nvSpPr>
          <p:spPr>
            <a:xfrm>
              <a:off x="7026120" y="-153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8" name="Google Shape;435;p40"/>
            <p:cNvSpPr/>
            <p:nvPr/>
          </p:nvSpPr>
          <p:spPr>
            <a:xfrm>
              <a:off x="6606720" y="3186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9" name="Google Shape;436;p40"/>
            <p:cNvSpPr/>
            <p:nvPr/>
          </p:nvSpPr>
          <p:spPr>
            <a:xfrm>
              <a:off x="6139080" y="13708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0" name="Google Shape;437;p40"/>
            <p:cNvSpPr/>
            <p:nvPr/>
          </p:nvSpPr>
          <p:spPr>
            <a:xfrm>
              <a:off x="5732280" y="8744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1" name="Google Shape;438;p40"/>
            <p:cNvSpPr/>
            <p:nvPr/>
          </p:nvSpPr>
          <p:spPr>
            <a:xfrm>
              <a:off x="7480800" y="990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2" name="Google Shape;439;p40"/>
            <p:cNvSpPr/>
            <p:nvPr/>
          </p:nvSpPr>
          <p:spPr>
            <a:xfrm>
              <a:off x="7075080" y="2075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3" name="Google Shape;440;p40"/>
            <p:cNvSpPr/>
            <p:nvPr/>
          </p:nvSpPr>
          <p:spPr>
            <a:xfrm>
              <a:off x="7962480" y="1404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4" name="Google Shape;441;p40"/>
            <p:cNvSpPr/>
            <p:nvPr/>
          </p:nvSpPr>
          <p:spPr>
            <a:xfrm rot="10800000" flipH="1">
              <a:off x="6035760" y="31255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5" name="Google Shape;442;p40"/>
            <p:cNvSpPr/>
            <p:nvPr/>
          </p:nvSpPr>
          <p:spPr>
            <a:xfrm rot="10800000" flipH="1">
              <a:off x="6354720" y="41025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6" name="Google Shape;443;p40"/>
            <p:cNvSpPr/>
            <p:nvPr/>
          </p:nvSpPr>
          <p:spPr>
            <a:xfrm rot="10800000" flipH="1">
              <a:off x="5731920" y="4879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7" name="Google Shape;444;p40"/>
            <p:cNvSpPr/>
            <p:nvPr/>
          </p:nvSpPr>
          <p:spPr>
            <a:xfrm rot="10800000" flipH="1">
              <a:off x="6682680" y="3515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8" name="Google Shape;445;p40"/>
            <p:cNvSpPr/>
            <p:nvPr/>
          </p:nvSpPr>
          <p:spPr>
            <a:xfrm rot="10800000" flipH="1">
              <a:off x="5104440" y="4434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9" name="Google Shape;446;p40"/>
            <p:cNvSpPr/>
            <p:nvPr/>
          </p:nvSpPr>
          <p:spPr>
            <a:xfrm>
              <a:off x="8484840" y="24382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60" name="Google Shape;447;p40"/>
            <p:cNvSpPr/>
            <p:nvPr/>
          </p:nvSpPr>
          <p:spPr>
            <a:xfrm>
              <a:off x="8038440" y="29214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61" name="Google Shape;448;p40"/>
            <p:cNvSpPr/>
            <p:nvPr/>
          </p:nvSpPr>
          <p:spPr>
            <a:xfrm rot="10800000" flipH="1">
              <a:off x="7853040" y="39625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62" name="Google Shape;449;p40"/>
            <p:cNvSpPr/>
            <p:nvPr/>
          </p:nvSpPr>
          <p:spPr>
            <a:xfrm rot="10800000" flipH="1">
              <a:off x="8260920" y="4434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cxnSp>
        <p:nvCxnSpPr>
          <p:cNvPr id="563" name="Google Shape;450;p40"/>
          <p:cNvCxnSpPr/>
          <p:nvPr/>
        </p:nvCxnSpPr>
        <p:spPr>
          <a:xfrm>
            <a:off x="840960" y="1385640"/>
            <a:ext cx="374040" cy="360"/>
          </a:xfrm>
          <a:prstGeom prst="straightConnector1">
            <a:avLst/>
          </a:prstGeom>
          <a:ln w="19050">
            <a:solidFill>
              <a:srgbClr val="384655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3366360" y="539640"/>
            <a:ext cx="5390640" cy="64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Taxa de evasão mensal</a:t>
            </a:r>
            <a:endParaRPr lang="fr-FR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 type="subTitle"/>
          </p:nvPr>
        </p:nvSpPr>
        <p:spPr>
          <a:xfrm>
            <a:off x="3510360" y="1778760"/>
            <a:ext cx="5246640" cy="292987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 smtClean="0">
                <a:solidFill>
                  <a:schemeClr val="dk1"/>
                </a:solidFill>
                <a:latin typeface="DM Sans"/>
                <a:ea typeface="DM Sans"/>
              </a:rPr>
              <a:t>A taxa de evasão mensal será monitorada para avaliar a eficácia das intervenções implementadas. O benchmark a ser alcançado é uma redução de 2% ao mês, o que contribuirá para a meta global de 30% ao longo de um ano. Compilar e analisar esses dados permitirá ajustes contínuos nas estratégias de intervenção.</a:t>
            </a:r>
            <a:endParaRPr lang="en-US" sz="20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566" name="Google Shape;406;p39"/>
          <p:cNvGrpSpPr/>
          <p:nvPr/>
        </p:nvGrpSpPr>
        <p:grpSpPr>
          <a:xfrm>
            <a:off x="-541800" y="-622440"/>
            <a:ext cx="4135320" cy="6091200"/>
            <a:chOff x="-541800" y="-622440"/>
            <a:chExt cx="4135320" cy="6091200"/>
          </a:xfrm>
        </p:grpSpPr>
        <p:sp>
          <p:nvSpPr>
            <p:cNvPr id="567" name="Google Shape;407;p39"/>
            <p:cNvSpPr/>
            <p:nvPr/>
          </p:nvSpPr>
          <p:spPr>
            <a:xfrm rot="10800000">
              <a:off x="84600" y="4042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68" name="Google Shape;408;p39"/>
            <p:cNvSpPr/>
            <p:nvPr/>
          </p:nvSpPr>
          <p:spPr>
            <a:xfrm rot="10800000">
              <a:off x="993960" y="4575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69" name="Google Shape;409;p39"/>
            <p:cNvSpPr/>
            <p:nvPr/>
          </p:nvSpPr>
          <p:spPr>
            <a:xfrm rot="10800000">
              <a:off x="204084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0" name="Google Shape;410;p39"/>
            <p:cNvSpPr/>
            <p:nvPr/>
          </p:nvSpPr>
          <p:spPr>
            <a:xfrm rot="10800000">
              <a:off x="-54180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1" name="Google Shape;411;p39"/>
            <p:cNvSpPr/>
            <p:nvPr/>
          </p:nvSpPr>
          <p:spPr>
            <a:xfrm flipH="1">
              <a:off x="992880" y="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2" name="Google Shape;412;p39"/>
            <p:cNvSpPr/>
            <p:nvPr/>
          </p:nvSpPr>
          <p:spPr>
            <a:xfrm flipH="1">
              <a:off x="712440" y="2275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3" name="Google Shape;413;p39"/>
            <p:cNvSpPr/>
            <p:nvPr/>
          </p:nvSpPr>
          <p:spPr>
            <a:xfrm flipH="1">
              <a:off x="420840" y="1778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4" name="Google Shape;414;p39"/>
            <p:cNvSpPr/>
            <p:nvPr/>
          </p:nvSpPr>
          <p:spPr>
            <a:xfrm flipH="1">
              <a:off x="1611000" y="1474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5" name="Google Shape;415;p39"/>
            <p:cNvSpPr/>
            <p:nvPr/>
          </p:nvSpPr>
          <p:spPr>
            <a:xfrm flipH="1">
              <a:off x="2597040" y="-622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6" name="Google Shape;416;p39"/>
            <p:cNvSpPr/>
            <p:nvPr/>
          </p:nvSpPr>
          <p:spPr>
            <a:xfrm flipH="1">
              <a:off x="1259280" y="2651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7" name="Google Shape;417;p39"/>
            <p:cNvSpPr/>
            <p:nvPr/>
          </p:nvSpPr>
          <p:spPr>
            <a:xfrm flipH="1">
              <a:off x="2180160" y="-138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8" name="Google Shape;418;p39"/>
            <p:cNvSpPr/>
            <p:nvPr/>
          </p:nvSpPr>
          <p:spPr>
            <a:xfrm rot="10800000">
              <a:off x="1759320" y="40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9" name="Google Shape;419;p39"/>
            <p:cNvSpPr/>
            <p:nvPr/>
          </p:nvSpPr>
          <p:spPr>
            <a:xfrm rot="10800000">
              <a:off x="2368080" y="2651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0" name="Google Shape;420;p39"/>
            <p:cNvSpPr/>
            <p:nvPr/>
          </p:nvSpPr>
          <p:spPr>
            <a:xfrm rot="10800000">
              <a:off x="503640" y="35582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1" name="Google Shape;421;p39"/>
            <p:cNvSpPr/>
            <p:nvPr/>
          </p:nvSpPr>
          <p:spPr>
            <a:xfrm rot="10800000">
              <a:off x="1759320" y="4501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2" name="Google Shape;422;p39"/>
            <p:cNvSpPr/>
            <p:nvPr/>
          </p:nvSpPr>
          <p:spPr>
            <a:xfrm flipH="1">
              <a:off x="-126360" y="539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3" name="Google Shape;423;p39"/>
            <p:cNvSpPr/>
            <p:nvPr/>
          </p:nvSpPr>
          <p:spPr>
            <a:xfrm flipH="1">
              <a:off x="2754720" y="3194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664;p50"/>
          <p:cNvSpPr/>
          <p:nvPr/>
        </p:nvSpPr>
        <p:spPr>
          <a:xfrm>
            <a:off x="6516414" y="828973"/>
            <a:ext cx="2481881" cy="2134944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377118" y="478369"/>
            <a:ext cx="4744961" cy="116366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5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Precisão do modelo preditivo</a:t>
            </a:r>
            <a:endParaRPr lang="fr-FR" sz="35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587" name="PlaceHolder 2"/>
          <p:cNvSpPr>
            <a:spLocks noGrp="1"/>
          </p:cNvSpPr>
          <p:nvPr>
            <p:ph type="subTitle"/>
          </p:nvPr>
        </p:nvSpPr>
        <p:spPr>
          <a:xfrm>
            <a:off x="377117" y="1642029"/>
            <a:ext cx="5992152" cy="287741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DM Sans"/>
                <a:ea typeface="DM Sans"/>
              </a:rPr>
              <a:t>A precisão do modelo preditivo é um indicador crítico do sucesso da modelagem de dados. A meta estabelecida é que a precisão supere 85%. Isso garantirá que os professores e gestores tenham confiança nas previsões fornecidas, permitindo que tomem decisões informadas sobre as intervenções necessárias para reter alunos em risco.</a:t>
            </a:r>
            <a:endParaRPr lang="en-US" sz="2000" b="0" strike="noStrike" spc="-1" dirty="0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3366359" y="603875"/>
            <a:ext cx="5357227" cy="82136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Métodos de avaliação</a:t>
            </a:r>
            <a:endParaRPr lang="fr-FR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589" name="PlaceHolder 2"/>
          <p:cNvSpPr>
            <a:spLocks noGrp="1"/>
          </p:cNvSpPr>
          <p:nvPr>
            <p:ph type="subTitle"/>
          </p:nvPr>
        </p:nvSpPr>
        <p:spPr>
          <a:xfrm>
            <a:off x="3475439" y="1683876"/>
            <a:ext cx="5540354" cy="32643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DM Sans"/>
                <a:ea typeface="DM Sans"/>
              </a:rPr>
              <a:t>Os métodos de avaliação incluirão comparação pré e pós-intervenção para medir o impacto das ações implementadas. Grupos de controle e tratamento serão utilizados para garantir resultados válidos. Além disso, a análise de satisfação com stakeholders proporcionará uma visão sobre a eficácia das intervenções do ponto de vista da comunidade escolar.</a:t>
            </a:r>
            <a:endParaRPr lang="en-US" sz="20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590" name="Google Shape;406;p39"/>
          <p:cNvGrpSpPr/>
          <p:nvPr/>
        </p:nvGrpSpPr>
        <p:grpSpPr>
          <a:xfrm>
            <a:off x="-541800" y="-622440"/>
            <a:ext cx="4135320" cy="6091200"/>
            <a:chOff x="-541800" y="-622440"/>
            <a:chExt cx="4135320" cy="6091200"/>
          </a:xfrm>
        </p:grpSpPr>
        <p:sp>
          <p:nvSpPr>
            <p:cNvPr id="591" name="Google Shape;407;p39"/>
            <p:cNvSpPr/>
            <p:nvPr/>
          </p:nvSpPr>
          <p:spPr>
            <a:xfrm rot="10800000">
              <a:off x="84600" y="4042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2" name="Google Shape;408;p39"/>
            <p:cNvSpPr/>
            <p:nvPr/>
          </p:nvSpPr>
          <p:spPr>
            <a:xfrm rot="10800000">
              <a:off x="993960" y="4575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3" name="Google Shape;409;p39"/>
            <p:cNvSpPr/>
            <p:nvPr/>
          </p:nvSpPr>
          <p:spPr>
            <a:xfrm rot="10800000">
              <a:off x="204084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4" name="Google Shape;410;p39"/>
            <p:cNvSpPr/>
            <p:nvPr/>
          </p:nvSpPr>
          <p:spPr>
            <a:xfrm rot="10800000">
              <a:off x="-54180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5" name="Google Shape;411;p39"/>
            <p:cNvSpPr/>
            <p:nvPr/>
          </p:nvSpPr>
          <p:spPr>
            <a:xfrm flipH="1">
              <a:off x="992880" y="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6" name="Google Shape;412;p39"/>
            <p:cNvSpPr/>
            <p:nvPr/>
          </p:nvSpPr>
          <p:spPr>
            <a:xfrm flipH="1">
              <a:off x="712440" y="2275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7" name="Google Shape;413;p39"/>
            <p:cNvSpPr/>
            <p:nvPr/>
          </p:nvSpPr>
          <p:spPr>
            <a:xfrm flipH="1">
              <a:off x="420840" y="1778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8" name="Google Shape;414;p39"/>
            <p:cNvSpPr/>
            <p:nvPr/>
          </p:nvSpPr>
          <p:spPr>
            <a:xfrm flipH="1">
              <a:off x="1611000" y="1474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9" name="Google Shape;415;p39"/>
            <p:cNvSpPr/>
            <p:nvPr/>
          </p:nvSpPr>
          <p:spPr>
            <a:xfrm flipH="1">
              <a:off x="2597040" y="-622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0" name="Google Shape;416;p39"/>
            <p:cNvSpPr/>
            <p:nvPr/>
          </p:nvSpPr>
          <p:spPr>
            <a:xfrm flipH="1">
              <a:off x="1259280" y="2651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1" name="Google Shape;417;p39"/>
            <p:cNvSpPr/>
            <p:nvPr/>
          </p:nvSpPr>
          <p:spPr>
            <a:xfrm flipH="1">
              <a:off x="2180160" y="-138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2" name="Google Shape;418;p39"/>
            <p:cNvSpPr/>
            <p:nvPr/>
          </p:nvSpPr>
          <p:spPr>
            <a:xfrm rot="10800000">
              <a:off x="1759320" y="40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3" name="Google Shape;419;p39"/>
            <p:cNvSpPr/>
            <p:nvPr/>
          </p:nvSpPr>
          <p:spPr>
            <a:xfrm rot="10800000">
              <a:off x="2368080" y="2651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4" name="Google Shape;420;p39"/>
            <p:cNvSpPr/>
            <p:nvPr/>
          </p:nvSpPr>
          <p:spPr>
            <a:xfrm rot="10800000">
              <a:off x="503640" y="35582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5" name="Google Shape;421;p39"/>
            <p:cNvSpPr/>
            <p:nvPr/>
          </p:nvSpPr>
          <p:spPr>
            <a:xfrm rot="10800000">
              <a:off x="1759320" y="4501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6" name="Google Shape;422;p39"/>
            <p:cNvSpPr/>
            <p:nvPr/>
          </p:nvSpPr>
          <p:spPr>
            <a:xfrm flipH="1">
              <a:off x="-126360" y="539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7" name="Google Shape;423;p39"/>
            <p:cNvSpPr/>
            <p:nvPr/>
          </p:nvSpPr>
          <p:spPr>
            <a:xfrm flipH="1">
              <a:off x="2754720" y="3194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06" y="178674"/>
            <a:ext cx="7534440" cy="2362931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06" y="2664700"/>
            <a:ext cx="7534440" cy="189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888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2731436" y="121017"/>
            <a:ext cx="2807516" cy="806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500" b="1" strike="noStrike" spc="-1" dirty="0">
                <a:solidFill>
                  <a:schemeClr val="dk1"/>
                </a:solidFill>
                <a:latin typeface="Outfit"/>
                <a:ea typeface="Outfit"/>
              </a:rPr>
              <a:t>Conclusão</a:t>
            </a:r>
            <a:endParaRPr lang="fr-FR" sz="35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611" name="PlaceHolder 2"/>
          <p:cNvSpPr>
            <a:spLocks noGrp="1"/>
          </p:cNvSpPr>
          <p:nvPr>
            <p:ph type="subTitle"/>
          </p:nvPr>
        </p:nvSpPr>
        <p:spPr>
          <a:xfrm>
            <a:off x="444500" y="1568450"/>
            <a:ext cx="8166100" cy="20002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DM Sans"/>
                <a:ea typeface="DM Sans"/>
              </a:rPr>
              <a:t>A apresentação deste projeto destaca a importância de uma abordagem baseada em dados para lidar com a evasão escolar. Através da identificação de fatores de risco, do planejamento rigoroso e de um sistema robusto de avaliação, esperamos contribuir de maneira significativa para a retenção de </a:t>
            </a:r>
            <a:r>
              <a:rPr lang="en" sz="2000" b="0" strike="noStrike" spc="-1" dirty="0" smtClean="0">
                <a:solidFill>
                  <a:schemeClr val="dk1"/>
                </a:solidFill>
                <a:latin typeface="DM Sans"/>
                <a:ea typeface="DM Sans"/>
              </a:rPr>
              <a:t>alunos.</a:t>
            </a:r>
            <a:endParaRPr lang="en-US" sz="2000" b="0" strike="noStrike" spc="-1" dirty="0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title" idx="4294967295"/>
          </p:nvPr>
        </p:nvSpPr>
        <p:spPr>
          <a:xfrm>
            <a:off x="3087036" y="2165717"/>
            <a:ext cx="2807516" cy="806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500" b="1" spc="-1" dirty="0">
                <a:solidFill>
                  <a:schemeClr val="dk1"/>
                </a:solidFill>
                <a:latin typeface="Outfit"/>
                <a:ea typeface="Outfit"/>
              </a:rPr>
              <a:t>O</a:t>
            </a:r>
            <a:r>
              <a:rPr lang="en" sz="3500" b="1" strike="noStrike" spc="-1" dirty="0" smtClean="0">
                <a:solidFill>
                  <a:schemeClr val="dk1"/>
                </a:solidFill>
                <a:latin typeface="Outfit"/>
                <a:ea typeface="Outfit"/>
              </a:rPr>
              <a:t>brigado</a:t>
            </a:r>
            <a:endParaRPr lang="fr-FR" sz="3500" b="0" strike="noStrike" spc="-1" dirty="0">
              <a:solidFill>
                <a:schemeClr val="dk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540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968</Words>
  <Application>Microsoft Office PowerPoint</Application>
  <PresentationFormat>Apresentação na tela (16:9)</PresentationFormat>
  <Paragraphs>46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32</vt:i4>
      </vt:variant>
      <vt:variant>
        <vt:lpstr>Títulos de slides</vt:lpstr>
      </vt:variant>
      <vt:variant>
        <vt:i4>25</vt:i4>
      </vt:variant>
    </vt:vector>
  </HeadingPairs>
  <TitlesOfParts>
    <vt:vector size="63" baseType="lpstr">
      <vt:lpstr>Arial</vt:lpstr>
      <vt:lpstr>DM Sans</vt:lpstr>
      <vt:lpstr>OpenSymbol</vt:lpstr>
      <vt:lpstr>Outfit</vt:lpstr>
      <vt:lpstr>Symbol</vt:lpstr>
      <vt:lpstr>Wingdings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Data Collection and Analysis - Master of Science in Community Health and Prevention Research by Slidesgo</vt:lpstr>
      <vt:lpstr>Slidesgo Final Pages</vt:lpstr>
      <vt:lpstr>Slidesgo Final Pages</vt:lpstr>
      <vt:lpstr>Redução da Evasão Escolar</vt:lpstr>
      <vt:lpstr>Introdução</vt:lpstr>
      <vt:lpstr>Diagnóstico</vt:lpstr>
      <vt:lpstr>Identificação das partes envolvidas</vt:lpstr>
      <vt:lpstr>Situação problema</vt:lpstr>
      <vt:lpstr>Demanda comunitária</vt:lpstr>
      <vt:lpstr>Objetivos</vt:lpstr>
      <vt:lpstr>Redução da evasão escolar</vt:lpstr>
      <vt:lpstr>Identificação de fatores de risco</vt:lpstr>
      <vt:lpstr>Desenvolvimento de sistema de alerta</vt:lpstr>
      <vt:lpstr>Planejamento</vt:lpstr>
      <vt:lpstr>Cronograma de atividades</vt:lpstr>
      <vt:lpstr>Metodologia de coleta</vt:lpstr>
      <vt:lpstr>Avaliação de resultados</vt:lpstr>
      <vt:lpstr>Análise de Dados</vt:lpstr>
      <vt:lpstr>Coleta e tipo de dados</vt:lpstr>
      <vt:lpstr>Técnicas de análise estatística</vt:lpstr>
      <vt:lpstr>Ferramentas utilizadas</vt:lpstr>
      <vt:lpstr>Indicadores de Desempenho</vt:lpstr>
      <vt:lpstr>Taxa de evasão mensal</vt:lpstr>
      <vt:lpstr>Precisão do modelo preditivo</vt:lpstr>
      <vt:lpstr>Métodos de avaliação</vt:lpstr>
      <vt:lpstr>Apresentação do PowerPoint</vt:lpstr>
      <vt:lpstr>Conclusão</vt:lpstr>
      <vt:lpstr>Obrigado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Redução da Evasão Escolar</dc:title>
  <cp:lastModifiedBy>MARTINSELIEL</cp:lastModifiedBy>
  <cp:revision>6</cp:revision>
  <dcterms:modified xsi:type="dcterms:W3CDTF">2025-04-14T16:56:31Z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2025-04-14T14:15:22Z</dcterms:created>
  <dc:creator>Unknown Creator</dc:creator>
  <dc:description/>
  <dc:language>en-US</dc:language>
  <cp:lastModifiedBy>Unknown Creator</cp:lastModifiedBy>
  <dcterms:modified xsi:type="dcterms:W3CDTF">2025-04-14T14:15:22Z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24</vt:r8>
  </property>
</Properties>
</file>